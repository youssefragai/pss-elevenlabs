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303" r:id="rId2"/>
    <p:sldId id="334" r:id="rId3"/>
    <p:sldId id="336" r:id="rId4"/>
    <p:sldId id="477" r:id="rId5"/>
    <p:sldId id="478" r:id="rId6"/>
    <p:sldId id="479" r:id="rId7"/>
    <p:sldId id="480" r:id="rId8"/>
    <p:sldId id="481" r:id="rId9"/>
    <p:sldId id="482" r:id="rId10"/>
    <p:sldId id="484" r:id="rId11"/>
    <p:sldId id="483" r:id="rId12"/>
    <p:sldId id="357" r:id="rId13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CE00BE-6389-0F4A-9E2A-78673EA06EC4}">
          <p14:sldIdLst>
            <p14:sldId id="303"/>
            <p14:sldId id="334"/>
            <p14:sldId id="336"/>
            <p14:sldId id="477"/>
            <p14:sldId id="478"/>
            <p14:sldId id="479"/>
            <p14:sldId id="480"/>
            <p14:sldId id="481"/>
            <p14:sldId id="482"/>
            <p14:sldId id="484"/>
            <p14:sldId id="483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623"/>
    <a:srgbClr val="1F2E3D"/>
    <a:srgbClr val="004584"/>
    <a:srgbClr val="2C4256"/>
    <a:srgbClr val="369482"/>
    <a:srgbClr val="158C4D"/>
    <a:srgbClr val="F1C27D"/>
    <a:srgbClr val="D8AE70"/>
    <a:srgbClr val="077729"/>
    <a:srgbClr val="374B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44"/>
    <p:restoredTop sz="88743"/>
  </p:normalViewPr>
  <p:slideViewPr>
    <p:cSldViewPr snapToGrid="0">
      <p:cViewPr>
        <p:scale>
          <a:sx n="126" d="100"/>
          <a:sy n="126" d="100"/>
        </p:scale>
        <p:origin x="104" y="-536"/>
      </p:cViewPr>
      <p:guideLst>
        <p:guide orient="horz" pos="2137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111F6-2C58-FB49-ADE0-6F9D3C9D1104}" type="datetimeFigureOut">
              <a:rPr lang="en-EG" smtClean="0"/>
              <a:t>04/08/2025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BF187-C729-5243-8AAE-6C999CE8E14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80551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E15541-5C80-EDF3-0972-CFCB7AED8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7A40B-8D82-2BCF-E24D-C2EE63D4F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Archivo" panose="020B0503020202020B04" pitchFamily="34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4DDBF-587D-35CD-6D51-B49E7045A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Archivo" panose="020B0503020202020B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E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649C6-C22A-7610-4941-5840373C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chivo" panose="020B0503020202020B04" pitchFamily="34" charset="77"/>
              </a:defRPr>
            </a:lvl1pPr>
          </a:lstStyle>
          <a:p>
            <a:fld id="{972F4F4C-5816-A44D-909B-A63A7CF5C1BC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21449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A40B-8D82-2BCF-E24D-C2EE63D4F1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7058" y="441903"/>
            <a:ext cx="6712042" cy="929697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Archivo" panose="020B0503020202020B04" pitchFamily="34" charset="77"/>
              </a:defRPr>
            </a:lvl1pPr>
          </a:lstStyle>
          <a:p>
            <a:r>
              <a:rPr lang="en-US" dirty="0"/>
              <a:t>Title</a:t>
            </a:r>
            <a:endParaRPr lang="en-E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649C6-C22A-7610-4941-5840373C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chivo" panose="020B0503020202020B04" pitchFamily="34" charset="77"/>
              </a:defRPr>
            </a:lvl1pPr>
          </a:lstStyle>
          <a:p>
            <a:fld id="{972F4F4C-5816-A44D-909B-A63A7CF5C1BC}" type="slidenum">
              <a:rPr lang="en-EG" smtClean="0"/>
              <a:pPr/>
              <a:t>‹#›</a:t>
            </a:fld>
            <a:endParaRPr lang="en-EG"/>
          </a:p>
        </p:txBody>
      </p:sp>
      <p:grpSp>
        <p:nvGrpSpPr>
          <p:cNvPr id="656" name="Group 655">
            <a:extLst>
              <a:ext uri="{FF2B5EF4-FFF2-40B4-BE49-F238E27FC236}">
                <a16:creationId xmlns:a16="http://schemas.microsoft.com/office/drawing/2014/main" id="{139B845C-0865-8EBD-A8BC-1CA5B4F52273}"/>
              </a:ext>
            </a:extLst>
          </p:cNvPr>
          <p:cNvGrpSpPr/>
          <p:nvPr userDrawn="1"/>
        </p:nvGrpSpPr>
        <p:grpSpPr>
          <a:xfrm>
            <a:off x="-7670" y="2264449"/>
            <a:ext cx="12192050" cy="5673415"/>
            <a:chOff x="-50" y="1530025"/>
            <a:chExt cx="9144077" cy="4527500"/>
          </a:xfrm>
        </p:grpSpPr>
        <p:sp>
          <p:nvSpPr>
            <p:cNvPr id="536" name="Google Shape;1041;p18">
              <a:extLst>
                <a:ext uri="{FF2B5EF4-FFF2-40B4-BE49-F238E27FC236}">
                  <a16:creationId xmlns:a16="http://schemas.microsoft.com/office/drawing/2014/main" id="{E43B25B3-47E6-F616-7E3E-676B205F996D}"/>
                </a:ext>
              </a:extLst>
            </p:cNvPr>
            <p:cNvSpPr/>
            <p:nvPr userDrawn="1"/>
          </p:nvSpPr>
          <p:spPr>
            <a:xfrm>
              <a:off x="-50" y="4693725"/>
              <a:ext cx="9144000" cy="1363800"/>
            </a:xfrm>
            <a:prstGeom prst="rect">
              <a:avLst/>
            </a:prstGeom>
            <a:solidFill>
              <a:srgbClr val="80BE4B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7" name="Google Shape;1042;p18">
              <a:extLst>
                <a:ext uri="{FF2B5EF4-FFF2-40B4-BE49-F238E27FC236}">
                  <a16:creationId xmlns:a16="http://schemas.microsoft.com/office/drawing/2014/main" id="{670CAD51-09AC-7C53-8DC9-507BB20EE95B}"/>
                </a:ext>
              </a:extLst>
            </p:cNvPr>
            <p:cNvSpPr/>
            <p:nvPr userDrawn="1"/>
          </p:nvSpPr>
          <p:spPr>
            <a:xfrm>
              <a:off x="4605144" y="2674019"/>
              <a:ext cx="612304" cy="361564"/>
            </a:xfrm>
            <a:custGeom>
              <a:avLst/>
              <a:gdLst/>
              <a:ahLst/>
              <a:cxnLst/>
              <a:rect l="l" t="t" r="r" b="b"/>
              <a:pathLst>
                <a:path w="19133" h="11298" extrusionOk="0">
                  <a:moveTo>
                    <a:pt x="418" y="11298"/>
                  </a:moveTo>
                  <a:lnTo>
                    <a:pt x="19133" y="11298"/>
                  </a:lnTo>
                  <a:lnTo>
                    <a:pt x="19133" y="0"/>
                  </a:lnTo>
                  <a:lnTo>
                    <a:pt x="18976" y="0"/>
                  </a:lnTo>
                  <a:lnTo>
                    <a:pt x="455" y="0"/>
                  </a:lnTo>
                  <a:lnTo>
                    <a:pt x="0" y="0"/>
                  </a:lnTo>
                  <a:lnTo>
                    <a:pt x="0" y="11298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8" name="Google Shape;1043;p18">
              <a:extLst>
                <a:ext uri="{FF2B5EF4-FFF2-40B4-BE49-F238E27FC236}">
                  <a16:creationId xmlns:a16="http://schemas.microsoft.com/office/drawing/2014/main" id="{479BA90C-ADB2-2493-5471-8852242D54E3}"/>
                </a:ext>
              </a:extLst>
            </p:cNvPr>
            <p:cNvSpPr/>
            <p:nvPr userDrawn="1"/>
          </p:nvSpPr>
          <p:spPr>
            <a:xfrm>
              <a:off x="6693371" y="2503669"/>
              <a:ext cx="453187" cy="472581"/>
            </a:xfrm>
            <a:custGeom>
              <a:avLst/>
              <a:gdLst/>
              <a:ahLst/>
              <a:cxnLst/>
              <a:rect l="l" t="t" r="r" b="b"/>
              <a:pathLst>
                <a:path w="14161" h="14767" extrusionOk="0">
                  <a:moveTo>
                    <a:pt x="14160" y="13231"/>
                  </a:moveTo>
                  <a:lnTo>
                    <a:pt x="12745" y="1"/>
                  </a:lnTo>
                  <a:lnTo>
                    <a:pt x="12149" y="90"/>
                  </a:lnTo>
                  <a:lnTo>
                    <a:pt x="0" y="1939"/>
                  </a:lnTo>
                  <a:lnTo>
                    <a:pt x="470" y="14767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9" name="Google Shape;1044;p18">
              <a:extLst>
                <a:ext uri="{FF2B5EF4-FFF2-40B4-BE49-F238E27FC236}">
                  <a16:creationId xmlns:a16="http://schemas.microsoft.com/office/drawing/2014/main" id="{FCB6214A-50A9-5C21-7078-C33781075DB5}"/>
                </a:ext>
              </a:extLst>
            </p:cNvPr>
            <p:cNvSpPr/>
            <p:nvPr userDrawn="1"/>
          </p:nvSpPr>
          <p:spPr>
            <a:xfrm>
              <a:off x="7144511" y="2425135"/>
              <a:ext cx="512008" cy="495111"/>
            </a:xfrm>
            <a:custGeom>
              <a:avLst/>
              <a:gdLst/>
              <a:ahLst/>
              <a:cxnLst/>
              <a:rect l="l" t="t" r="r" b="b"/>
              <a:pathLst>
                <a:path w="15999" h="15471" extrusionOk="0">
                  <a:moveTo>
                    <a:pt x="2090" y="15356"/>
                  </a:moveTo>
                  <a:lnTo>
                    <a:pt x="15988" y="13261"/>
                  </a:lnTo>
                  <a:lnTo>
                    <a:pt x="15999" y="13251"/>
                  </a:lnTo>
                  <a:lnTo>
                    <a:pt x="13413" y="0"/>
                  </a:lnTo>
                  <a:lnTo>
                    <a:pt x="12849" y="104"/>
                  </a:lnTo>
                  <a:lnTo>
                    <a:pt x="1" y="2267"/>
                  </a:lnTo>
                  <a:lnTo>
                    <a:pt x="1421" y="1547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0" name="Google Shape;1045;p18">
              <a:extLst>
                <a:ext uri="{FF2B5EF4-FFF2-40B4-BE49-F238E27FC236}">
                  <a16:creationId xmlns:a16="http://schemas.microsoft.com/office/drawing/2014/main" id="{CAF6F6A4-E606-1549-FACE-D43F7633D1D0}"/>
                </a:ext>
              </a:extLst>
            </p:cNvPr>
            <p:cNvSpPr/>
            <p:nvPr userDrawn="1"/>
          </p:nvSpPr>
          <p:spPr>
            <a:xfrm>
              <a:off x="2046544" y="2522743"/>
              <a:ext cx="453027" cy="450819"/>
            </a:xfrm>
            <a:custGeom>
              <a:avLst/>
              <a:gdLst/>
              <a:ahLst/>
              <a:cxnLst/>
              <a:rect l="l" t="t" r="r" b="b"/>
              <a:pathLst>
                <a:path w="14156" h="14087" extrusionOk="0">
                  <a:moveTo>
                    <a:pt x="1" y="12823"/>
                  </a:moveTo>
                  <a:lnTo>
                    <a:pt x="209" y="12849"/>
                  </a:lnTo>
                  <a:lnTo>
                    <a:pt x="13539" y="14066"/>
                  </a:lnTo>
                  <a:lnTo>
                    <a:pt x="13706" y="14087"/>
                  </a:lnTo>
                  <a:lnTo>
                    <a:pt x="14155" y="1912"/>
                  </a:lnTo>
                  <a:lnTo>
                    <a:pt x="13920" y="1886"/>
                  </a:lnTo>
                  <a:lnTo>
                    <a:pt x="1515" y="32"/>
                  </a:lnTo>
                  <a:lnTo>
                    <a:pt x="1364" y="0"/>
                  </a:lnTo>
                  <a:lnTo>
                    <a:pt x="6" y="12734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1" name="Google Shape;1046;p18">
              <a:extLst>
                <a:ext uri="{FF2B5EF4-FFF2-40B4-BE49-F238E27FC236}">
                  <a16:creationId xmlns:a16="http://schemas.microsoft.com/office/drawing/2014/main" id="{6457E84C-3439-D101-08A8-8BF0CCEFCD8A}"/>
                </a:ext>
              </a:extLst>
            </p:cNvPr>
            <p:cNvSpPr/>
            <p:nvPr userDrawn="1"/>
          </p:nvSpPr>
          <p:spPr>
            <a:xfrm>
              <a:off x="5214920" y="2647105"/>
              <a:ext cx="571853" cy="388478"/>
            </a:xfrm>
            <a:custGeom>
              <a:avLst/>
              <a:gdLst/>
              <a:ahLst/>
              <a:cxnLst/>
              <a:rect l="l" t="t" r="r" b="b"/>
              <a:pathLst>
                <a:path w="17869" h="12139" extrusionOk="0">
                  <a:moveTo>
                    <a:pt x="17743" y="11752"/>
                  </a:moveTo>
                  <a:lnTo>
                    <a:pt x="17868" y="0"/>
                  </a:lnTo>
                  <a:lnTo>
                    <a:pt x="79" y="841"/>
                  </a:lnTo>
                  <a:lnTo>
                    <a:pt x="0" y="12139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2" name="Google Shape;1047;p18">
              <a:extLst>
                <a:ext uri="{FF2B5EF4-FFF2-40B4-BE49-F238E27FC236}">
                  <a16:creationId xmlns:a16="http://schemas.microsoft.com/office/drawing/2014/main" id="{6BC4CA63-5B8C-7908-F259-AB2BDF8844E7}"/>
                </a:ext>
              </a:extLst>
            </p:cNvPr>
            <p:cNvSpPr/>
            <p:nvPr userDrawn="1"/>
          </p:nvSpPr>
          <p:spPr>
            <a:xfrm>
              <a:off x="2528790" y="2588924"/>
              <a:ext cx="413728" cy="416417"/>
            </a:xfrm>
            <a:custGeom>
              <a:avLst/>
              <a:gdLst/>
              <a:ahLst/>
              <a:cxnLst/>
              <a:rect l="l" t="t" r="r" b="b"/>
              <a:pathLst>
                <a:path w="12928" h="13012" extrusionOk="0">
                  <a:moveTo>
                    <a:pt x="230" y="12264"/>
                  </a:moveTo>
                  <a:lnTo>
                    <a:pt x="12750" y="13011"/>
                  </a:lnTo>
                  <a:lnTo>
                    <a:pt x="12927" y="13011"/>
                  </a:lnTo>
                  <a:lnTo>
                    <a:pt x="12927" y="1312"/>
                  </a:lnTo>
                  <a:lnTo>
                    <a:pt x="12818" y="1306"/>
                  </a:lnTo>
                  <a:lnTo>
                    <a:pt x="705" y="22"/>
                  </a:lnTo>
                  <a:lnTo>
                    <a:pt x="554" y="1"/>
                  </a:lnTo>
                  <a:lnTo>
                    <a:pt x="0" y="12233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3" name="Google Shape;1048;p18">
              <a:extLst>
                <a:ext uri="{FF2B5EF4-FFF2-40B4-BE49-F238E27FC236}">
                  <a16:creationId xmlns:a16="http://schemas.microsoft.com/office/drawing/2014/main" id="{539C87FE-3BC5-3E34-DE77-4141503C2BB0}"/>
                </a:ext>
              </a:extLst>
            </p:cNvPr>
            <p:cNvSpPr/>
            <p:nvPr userDrawn="1"/>
          </p:nvSpPr>
          <p:spPr>
            <a:xfrm>
              <a:off x="6262458" y="2570875"/>
              <a:ext cx="402367" cy="431298"/>
            </a:xfrm>
            <a:custGeom>
              <a:avLst/>
              <a:gdLst/>
              <a:ahLst/>
              <a:cxnLst/>
              <a:rect l="l" t="t" r="r" b="b"/>
              <a:pathLst>
                <a:path w="12573" h="13477" extrusionOk="0">
                  <a:moveTo>
                    <a:pt x="209" y="13466"/>
                  </a:moveTo>
                  <a:lnTo>
                    <a:pt x="12572" y="12740"/>
                  </a:lnTo>
                  <a:lnTo>
                    <a:pt x="11987" y="1"/>
                  </a:lnTo>
                  <a:lnTo>
                    <a:pt x="11773" y="21"/>
                  </a:lnTo>
                  <a:lnTo>
                    <a:pt x="251" y="1379"/>
                  </a:lnTo>
                  <a:lnTo>
                    <a:pt x="0" y="1406"/>
                  </a:lnTo>
                  <a:lnTo>
                    <a:pt x="0" y="13476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4" name="Google Shape;1049;p18">
              <a:extLst>
                <a:ext uri="{FF2B5EF4-FFF2-40B4-BE49-F238E27FC236}">
                  <a16:creationId xmlns:a16="http://schemas.microsoft.com/office/drawing/2014/main" id="{69C9DD77-A1FD-4722-EB59-C743967D98C0}"/>
                </a:ext>
              </a:extLst>
            </p:cNvPr>
            <p:cNvSpPr/>
            <p:nvPr userDrawn="1"/>
          </p:nvSpPr>
          <p:spPr>
            <a:xfrm>
              <a:off x="2988794" y="2634239"/>
              <a:ext cx="415904" cy="380446"/>
            </a:xfrm>
            <a:custGeom>
              <a:avLst/>
              <a:gdLst/>
              <a:ahLst/>
              <a:cxnLst/>
              <a:rect l="l" t="t" r="r" b="b"/>
              <a:pathLst>
                <a:path w="12996" h="11888" extrusionOk="0">
                  <a:moveTo>
                    <a:pt x="12995" y="11888"/>
                  </a:moveTo>
                  <a:lnTo>
                    <a:pt x="12995" y="491"/>
                  </a:lnTo>
                  <a:lnTo>
                    <a:pt x="272" y="26"/>
                  </a:lnTo>
                  <a:lnTo>
                    <a:pt x="0" y="0"/>
                  </a:lnTo>
                  <a:lnTo>
                    <a:pt x="0" y="11595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5" name="Google Shape;1050;p18">
              <a:extLst>
                <a:ext uri="{FF2B5EF4-FFF2-40B4-BE49-F238E27FC236}">
                  <a16:creationId xmlns:a16="http://schemas.microsoft.com/office/drawing/2014/main" id="{6C75D711-202E-78FC-2DEE-76B7CF8AC901}"/>
                </a:ext>
              </a:extLst>
            </p:cNvPr>
            <p:cNvSpPr/>
            <p:nvPr userDrawn="1"/>
          </p:nvSpPr>
          <p:spPr>
            <a:xfrm>
              <a:off x="5758322" y="2620510"/>
              <a:ext cx="458020" cy="403199"/>
            </a:xfrm>
            <a:custGeom>
              <a:avLst/>
              <a:gdLst/>
              <a:ahLst/>
              <a:cxnLst/>
              <a:rect l="l" t="t" r="r" b="b"/>
              <a:pathLst>
                <a:path w="14312" h="12599" extrusionOk="0">
                  <a:moveTo>
                    <a:pt x="14312" y="12014"/>
                  </a:moveTo>
                  <a:lnTo>
                    <a:pt x="14312" y="1"/>
                  </a:lnTo>
                  <a:lnTo>
                    <a:pt x="131" y="831"/>
                  </a:lnTo>
                  <a:lnTo>
                    <a:pt x="0" y="12599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6" name="Google Shape;1051;p18">
              <a:extLst>
                <a:ext uri="{FF2B5EF4-FFF2-40B4-BE49-F238E27FC236}">
                  <a16:creationId xmlns:a16="http://schemas.microsoft.com/office/drawing/2014/main" id="{DA351966-8D3F-8627-318B-3F0917E71694}"/>
                </a:ext>
              </a:extLst>
            </p:cNvPr>
            <p:cNvSpPr/>
            <p:nvPr userDrawn="1"/>
          </p:nvSpPr>
          <p:spPr>
            <a:xfrm>
              <a:off x="433042" y="2051538"/>
              <a:ext cx="689846" cy="662964"/>
            </a:xfrm>
            <a:custGeom>
              <a:avLst/>
              <a:gdLst/>
              <a:ahLst/>
              <a:cxnLst/>
              <a:rect l="l" t="t" r="r" b="b"/>
              <a:pathLst>
                <a:path w="21556" h="20716" extrusionOk="0">
                  <a:moveTo>
                    <a:pt x="16855" y="20600"/>
                  </a:moveTo>
                  <a:lnTo>
                    <a:pt x="17304" y="20715"/>
                  </a:lnTo>
                  <a:lnTo>
                    <a:pt x="21556" y="6096"/>
                  </a:lnTo>
                  <a:lnTo>
                    <a:pt x="21300" y="5981"/>
                  </a:lnTo>
                  <a:lnTo>
                    <a:pt x="6435" y="6"/>
                  </a:lnTo>
                  <a:lnTo>
                    <a:pt x="6419" y="0"/>
                  </a:lnTo>
                  <a:lnTo>
                    <a:pt x="0" y="15278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7" name="Google Shape;1052;p18">
              <a:extLst>
                <a:ext uri="{FF2B5EF4-FFF2-40B4-BE49-F238E27FC236}">
                  <a16:creationId xmlns:a16="http://schemas.microsoft.com/office/drawing/2014/main" id="{25CD3277-0A3D-167A-A08F-28037FED895C}"/>
                </a:ext>
              </a:extLst>
            </p:cNvPr>
            <p:cNvSpPr/>
            <p:nvPr userDrawn="1"/>
          </p:nvSpPr>
          <p:spPr>
            <a:xfrm>
              <a:off x="1039618" y="2268995"/>
              <a:ext cx="538250" cy="576717"/>
            </a:xfrm>
            <a:custGeom>
              <a:avLst/>
              <a:gdLst/>
              <a:ahLst/>
              <a:cxnLst/>
              <a:rect l="l" t="t" r="r" b="b"/>
              <a:pathLst>
                <a:path w="16819" h="18021" extrusionOk="0">
                  <a:moveTo>
                    <a:pt x="14004" y="17999"/>
                  </a:moveTo>
                  <a:lnTo>
                    <a:pt x="14160" y="18020"/>
                  </a:lnTo>
                  <a:lnTo>
                    <a:pt x="16819" y="4388"/>
                  </a:lnTo>
                  <a:lnTo>
                    <a:pt x="16511" y="4310"/>
                  </a:lnTo>
                  <a:lnTo>
                    <a:pt x="4419" y="110"/>
                  </a:lnTo>
                  <a:lnTo>
                    <a:pt x="4169" y="1"/>
                  </a:lnTo>
                  <a:lnTo>
                    <a:pt x="1" y="14343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8" name="Google Shape;1053;p18">
              <a:extLst>
                <a:ext uri="{FF2B5EF4-FFF2-40B4-BE49-F238E27FC236}">
                  <a16:creationId xmlns:a16="http://schemas.microsoft.com/office/drawing/2014/main" id="{74530291-D509-759C-E47C-68B855E464B6}"/>
                </a:ext>
              </a:extLst>
            </p:cNvPr>
            <p:cNvSpPr/>
            <p:nvPr userDrawn="1"/>
          </p:nvSpPr>
          <p:spPr>
            <a:xfrm>
              <a:off x="8683491" y="1826500"/>
              <a:ext cx="456356" cy="756571"/>
            </a:xfrm>
            <a:custGeom>
              <a:avLst/>
              <a:gdLst/>
              <a:ahLst/>
              <a:cxnLst/>
              <a:rect l="l" t="t" r="r" b="b"/>
              <a:pathLst>
                <a:path w="14260" h="23641" extrusionOk="0">
                  <a:moveTo>
                    <a:pt x="14260" y="20574"/>
                  </a:moveTo>
                  <a:lnTo>
                    <a:pt x="14260" y="1"/>
                  </a:lnTo>
                  <a:lnTo>
                    <a:pt x="1" y="8018"/>
                  </a:lnTo>
                  <a:lnTo>
                    <a:pt x="6226" y="22956"/>
                  </a:lnTo>
                  <a:lnTo>
                    <a:pt x="6336" y="23640"/>
                  </a:lnTo>
                  <a:lnTo>
                    <a:pt x="6629" y="23546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9" name="Google Shape;1054;p18">
              <a:extLst>
                <a:ext uri="{FF2B5EF4-FFF2-40B4-BE49-F238E27FC236}">
                  <a16:creationId xmlns:a16="http://schemas.microsoft.com/office/drawing/2014/main" id="{38B5C220-0617-B41B-0F36-5928A4FC2DF5}"/>
                </a:ext>
              </a:extLst>
            </p:cNvPr>
            <p:cNvSpPr/>
            <p:nvPr userDrawn="1"/>
          </p:nvSpPr>
          <p:spPr>
            <a:xfrm>
              <a:off x="8144249" y="2113850"/>
              <a:ext cx="685206" cy="655763"/>
            </a:xfrm>
            <a:custGeom>
              <a:avLst/>
              <a:gdLst/>
              <a:ahLst/>
              <a:cxnLst/>
              <a:rect l="l" t="t" r="r" b="b"/>
              <a:pathLst>
                <a:path w="21411" h="20491" extrusionOk="0">
                  <a:moveTo>
                    <a:pt x="5203" y="20349"/>
                  </a:moveTo>
                  <a:lnTo>
                    <a:pt x="21227" y="15251"/>
                  </a:lnTo>
                  <a:lnTo>
                    <a:pt x="21410" y="15199"/>
                  </a:lnTo>
                  <a:lnTo>
                    <a:pt x="21332" y="14682"/>
                  </a:lnTo>
                  <a:lnTo>
                    <a:pt x="15158" y="0"/>
                  </a:lnTo>
                  <a:lnTo>
                    <a:pt x="14453" y="402"/>
                  </a:lnTo>
                  <a:lnTo>
                    <a:pt x="288" y="6179"/>
                  </a:lnTo>
                  <a:lnTo>
                    <a:pt x="1" y="6294"/>
                  </a:lnTo>
                  <a:lnTo>
                    <a:pt x="4655" y="2049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0" name="Google Shape;1055;p18">
              <a:extLst>
                <a:ext uri="{FF2B5EF4-FFF2-40B4-BE49-F238E27FC236}">
                  <a16:creationId xmlns:a16="http://schemas.microsoft.com/office/drawing/2014/main" id="{96BEFC88-34B7-0502-0AA2-948BA113FE5A}"/>
                </a:ext>
              </a:extLst>
            </p:cNvPr>
            <p:cNvSpPr/>
            <p:nvPr userDrawn="1"/>
          </p:nvSpPr>
          <p:spPr>
            <a:xfrm>
              <a:off x="3404666" y="2649953"/>
              <a:ext cx="578189" cy="385630"/>
            </a:xfrm>
            <a:custGeom>
              <a:avLst/>
              <a:gdLst/>
              <a:ahLst/>
              <a:cxnLst/>
              <a:rect l="l" t="t" r="r" b="b"/>
              <a:pathLst>
                <a:path w="18067" h="12050" extrusionOk="0">
                  <a:moveTo>
                    <a:pt x="18067" y="12050"/>
                  </a:moveTo>
                  <a:lnTo>
                    <a:pt x="18030" y="392"/>
                  </a:lnTo>
                  <a:lnTo>
                    <a:pt x="0" y="0"/>
                  </a:lnTo>
                  <a:lnTo>
                    <a:pt x="0" y="11397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1" name="Google Shape;1056;p18">
              <a:extLst>
                <a:ext uri="{FF2B5EF4-FFF2-40B4-BE49-F238E27FC236}">
                  <a16:creationId xmlns:a16="http://schemas.microsoft.com/office/drawing/2014/main" id="{A8CC40C8-C834-A833-D72A-2CEBDEC2473C}"/>
                </a:ext>
              </a:extLst>
            </p:cNvPr>
            <p:cNvSpPr/>
            <p:nvPr userDrawn="1"/>
          </p:nvSpPr>
          <p:spPr>
            <a:xfrm>
              <a:off x="1536553" y="2420431"/>
              <a:ext cx="511016" cy="506504"/>
            </a:xfrm>
            <a:custGeom>
              <a:avLst/>
              <a:gdLst/>
              <a:ahLst/>
              <a:cxnLst/>
              <a:rect l="l" t="t" r="r" b="b"/>
              <a:pathLst>
                <a:path w="15968" h="15827" extrusionOk="0">
                  <a:moveTo>
                    <a:pt x="1" y="13476"/>
                  </a:moveTo>
                  <a:lnTo>
                    <a:pt x="445" y="13539"/>
                  </a:lnTo>
                  <a:lnTo>
                    <a:pt x="14182" y="15774"/>
                  </a:lnTo>
                  <a:lnTo>
                    <a:pt x="14573" y="15827"/>
                  </a:lnTo>
                  <a:lnTo>
                    <a:pt x="14573" y="15774"/>
                  </a:lnTo>
                  <a:lnTo>
                    <a:pt x="15968" y="2842"/>
                  </a:lnTo>
                  <a:lnTo>
                    <a:pt x="15372" y="2691"/>
                  </a:lnTo>
                  <a:lnTo>
                    <a:pt x="3062" y="121"/>
                  </a:lnTo>
                  <a:lnTo>
                    <a:pt x="2623" y="1"/>
                  </a:lnTo>
                  <a:lnTo>
                    <a:pt x="1" y="13445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2" name="Google Shape;1057;p18">
              <a:extLst>
                <a:ext uri="{FF2B5EF4-FFF2-40B4-BE49-F238E27FC236}">
                  <a16:creationId xmlns:a16="http://schemas.microsoft.com/office/drawing/2014/main" id="{05C0B65B-1651-A284-02E9-4D52F70207D9}"/>
                </a:ext>
              </a:extLst>
            </p:cNvPr>
            <p:cNvSpPr/>
            <p:nvPr userDrawn="1"/>
          </p:nvSpPr>
          <p:spPr>
            <a:xfrm>
              <a:off x="-48" y="1716728"/>
              <a:ext cx="581037" cy="800863"/>
            </a:xfrm>
            <a:custGeom>
              <a:avLst/>
              <a:gdLst/>
              <a:ahLst/>
              <a:cxnLst/>
              <a:rect l="l" t="t" r="r" b="b"/>
              <a:pathLst>
                <a:path w="18156" h="25025" extrusionOk="0">
                  <a:moveTo>
                    <a:pt x="17597" y="9522"/>
                  </a:moveTo>
                  <a:lnTo>
                    <a:pt x="0" y="1"/>
                  </a:lnTo>
                  <a:lnTo>
                    <a:pt x="0" y="20783"/>
                  </a:lnTo>
                  <a:lnTo>
                    <a:pt x="11642" y="24967"/>
                  </a:lnTo>
                  <a:lnTo>
                    <a:pt x="11778" y="25024"/>
                  </a:lnTo>
                  <a:lnTo>
                    <a:pt x="18155" y="9742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3" name="Google Shape;1058;p18">
              <a:extLst>
                <a:ext uri="{FF2B5EF4-FFF2-40B4-BE49-F238E27FC236}">
                  <a16:creationId xmlns:a16="http://schemas.microsoft.com/office/drawing/2014/main" id="{5200EA81-2AE6-9107-909B-7F253B713F69}"/>
                </a:ext>
              </a:extLst>
            </p:cNvPr>
            <p:cNvSpPr/>
            <p:nvPr userDrawn="1"/>
          </p:nvSpPr>
          <p:spPr>
            <a:xfrm>
              <a:off x="7617060" y="2263139"/>
              <a:ext cx="623345" cy="578541"/>
            </a:xfrm>
            <a:custGeom>
              <a:avLst/>
              <a:gdLst/>
              <a:ahLst/>
              <a:cxnLst/>
              <a:rect l="l" t="t" r="r" b="b"/>
              <a:pathLst>
                <a:path w="19478" h="18078" extrusionOk="0">
                  <a:moveTo>
                    <a:pt x="3521" y="17916"/>
                  </a:moveTo>
                  <a:lnTo>
                    <a:pt x="19477" y="14030"/>
                  </a:lnTo>
                  <a:lnTo>
                    <a:pt x="14876" y="1"/>
                  </a:lnTo>
                  <a:lnTo>
                    <a:pt x="14327" y="205"/>
                  </a:lnTo>
                  <a:lnTo>
                    <a:pt x="434" y="4717"/>
                  </a:lnTo>
                  <a:lnTo>
                    <a:pt x="0" y="4801"/>
                  </a:lnTo>
                  <a:lnTo>
                    <a:pt x="2586" y="18078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4" name="Google Shape;1059;p18">
              <a:extLst>
                <a:ext uri="{FF2B5EF4-FFF2-40B4-BE49-F238E27FC236}">
                  <a16:creationId xmlns:a16="http://schemas.microsoft.com/office/drawing/2014/main" id="{E346CC22-A135-9BFF-4687-613258D7B55B}"/>
                </a:ext>
              </a:extLst>
            </p:cNvPr>
            <p:cNvSpPr/>
            <p:nvPr userDrawn="1"/>
          </p:nvSpPr>
          <p:spPr>
            <a:xfrm>
              <a:off x="3981672" y="2662466"/>
              <a:ext cx="577357" cy="373117"/>
            </a:xfrm>
            <a:custGeom>
              <a:avLst/>
              <a:gdLst/>
              <a:ahLst/>
              <a:cxnLst/>
              <a:rect l="l" t="t" r="r" b="b"/>
              <a:pathLst>
                <a:path w="18041" h="11659" extrusionOk="0">
                  <a:moveTo>
                    <a:pt x="37" y="11659"/>
                  </a:moveTo>
                  <a:lnTo>
                    <a:pt x="18041" y="11659"/>
                  </a:lnTo>
                  <a:lnTo>
                    <a:pt x="18041" y="361"/>
                  </a:lnTo>
                  <a:lnTo>
                    <a:pt x="0" y="1"/>
                  </a:lnTo>
                  <a:lnTo>
                    <a:pt x="0" y="11659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5" name="Google Shape;1060;p18">
              <a:extLst>
                <a:ext uri="{FF2B5EF4-FFF2-40B4-BE49-F238E27FC236}">
                  <a16:creationId xmlns:a16="http://schemas.microsoft.com/office/drawing/2014/main" id="{130BE229-7E6D-D058-E865-8393B1B37F6C}"/>
                </a:ext>
              </a:extLst>
            </p:cNvPr>
            <p:cNvSpPr/>
            <p:nvPr userDrawn="1"/>
          </p:nvSpPr>
          <p:spPr>
            <a:xfrm>
              <a:off x="-48" y="2541304"/>
              <a:ext cx="9139882" cy="2158953"/>
            </a:xfrm>
            <a:custGeom>
              <a:avLst/>
              <a:gdLst/>
              <a:ahLst/>
              <a:cxnLst/>
              <a:rect l="l" t="t" r="r" b="b"/>
              <a:pathLst>
                <a:path w="285599" h="67462" extrusionOk="0">
                  <a:moveTo>
                    <a:pt x="278203" y="2612"/>
                  </a:moveTo>
                  <a:lnTo>
                    <a:pt x="276427" y="3160"/>
                  </a:lnTo>
                  <a:cubicBezTo>
                    <a:pt x="272274" y="4414"/>
                    <a:pt x="266681" y="5928"/>
                    <a:pt x="259567" y="7480"/>
                  </a:cubicBezTo>
                  <a:lnTo>
                    <a:pt x="257937" y="7835"/>
                  </a:lnTo>
                  <a:cubicBezTo>
                    <a:pt x="252918" y="8900"/>
                    <a:pt x="247188" y="9976"/>
                    <a:pt x="240732" y="10995"/>
                  </a:cubicBezTo>
                  <a:lnTo>
                    <a:pt x="239374" y="11209"/>
                  </a:lnTo>
                  <a:cubicBezTo>
                    <a:pt x="234856" y="11909"/>
                    <a:pt x="229983" y="12572"/>
                    <a:pt x="224750" y="13194"/>
                  </a:cubicBezTo>
                  <a:lnTo>
                    <a:pt x="223397" y="13350"/>
                  </a:lnTo>
                  <a:cubicBezTo>
                    <a:pt x="219062" y="13846"/>
                    <a:pt x="214486" y="14306"/>
                    <a:pt x="209670" y="14724"/>
                  </a:cubicBezTo>
                  <a:lnTo>
                    <a:pt x="208312" y="14834"/>
                  </a:lnTo>
                  <a:cubicBezTo>
                    <a:pt x="204270" y="15173"/>
                    <a:pt x="200065" y="15471"/>
                    <a:pt x="195688" y="15727"/>
                  </a:cubicBezTo>
                  <a:lnTo>
                    <a:pt x="194247" y="15810"/>
                  </a:lnTo>
                  <a:cubicBezTo>
                    <a:pt x="190721" y="16009"/>
                    <a:pt x="187091" y="16186"/>
                    <a:pt x="183351" y="16322"/>
                  </a:cubicBezTo>
                  <a:lnTo>
                    <a:pt x="181910" y="16374"/>
                  </a:lnTo>
                  <a:cubicBezTo>
                    <a:pt x="176342" y="16568"/>
                    <a:pt x="170529" y="16693"/>
                    <a:pt x="164475" y="16745"/>
                  </a:cubicBezTo>
                  <a:lnTo>
                    <a:pt x="163034" y="16745"/>
                  </a:lnTo>
                  <a:cubicBezTo>
                    <a:pt x="156902" y="16787"/>
                    <a:pt x="150529" y="16735"/>
                    <a:pt x="143901" y="16594"/>
                  </a:cubicBezTo>
                  <a:lnTo>
                    <a:pt x="142799" y="16578"/>
                  </a:lnTo>
                  <a:lnTo>
                    <a:pt x="142460" y="16578"/>
                  </a:lnTo>
                  <a:cubicBezTo>
                    <a:pt x="136197" y="16709"/>
                    <a:pt x="130159" y="16771"/>
                    <a:pt x="124341" y="16750"/>
                  </a:cubicBezTo>
                  <a:lnTo>
                    <a:pt x="122899" y="16750"/>
                  </a:lnTo>
                  <a:cubicBezTo>
                    <a:pt x="116741" y="16719"/>
                    <a:pt x="110829" y="16609"/>
                    <a:pt x="105167" y="16421"/>
                  </a:cubicBezTo>
                  <a:lnTo>
                    <a:pt x="103725" y="16374"/>
                  </a:lnTo>
                  <a:cubicBezTo>
                    <a:pt x="100184" y="16249"/>
                    <a:pt x="96742" y="16098"/>
                    <a:pt x="93394" y="15915"/>
                  </a:cubicBezTo>
                  <a:lnTo>
                    <a:pt x="91947" y="15836"/>
                  </a:lnTo>
                  <a:cubicBezTo>
                    <a:pt x="87450" y="15591"/>
                    <a:pt x="83120" y="15298"/>
                    <a:pt x="78963" y="14964"/>
                  </a:cubicBezTo>
                  <a:lnTo>
                    <a:pt x="77605" y="14855"/>
                  </a:lnTo>
                  <a:cubicBezTo>
                    <a:pt x="72794" y="14463"/>
                    <a:pt x="68214" y="14019"/>
                    <a:pt x="63873" y="13533"/>
                  </a:cubicBezTo>
                  <a:lnTo>
                    <a:pt x="62515" y="13382"/>
                  </a:lnTo>
                  <a:cubicBezTo>
                    <a:pt x="57292" y="12781"/>
                    <a:pt x="52414" y="12139"/>
                    <a:pt x="47885" y="11449"/>
                  </a:cubicBezTo>
                  <a:lnTo>
                    <a:pt x="46533" y="11251"/>
                  </a:lnTo>
                  <a:cubicBezTo>
                    <a:pt x="41226" y="10431"/>
                    <a:pt x="36379" y="9579"/>
                    <a:pt x="32012" y="8717"/>
                  </a:cubicBezTo>
                  <a:lnTo>
                    <a:pt x="30388" y="8388"/>
                  </a:lnTo>
                  <a:cubicBezTo>
                    <a:pt x="23274" y="6947"/>
                    <a:pt x="17461" y="5505"/>
                    <a:pt x="12896" y="4231"/>
                  </a:cubicBezTo>
                  <a:lnTo>
                    <a:pt x="11115" y="3729"/>
                  </a:lnTo>
                  <a:cubicBezTo>
                    <a:pt x="3609" y="1567"/>
                    <a:pt x="0" y="0"/>
                    <a:pt x="0" y="0"/>
                  </a:cubicBezTo>
                  <a:lnTo>
                    <a:pt x="0" y="67461"/>
                  </a:lnTo>
                  <a:lnTo>
                    <a:pt x="285599" y="67461"/>
                  </a:lnTo>
                  <a:lnTo>
                    <a:pt x="285599" y="0"/>
                  </a:lnTo>
                  <a:cubicBezTo>
                    <a:pt x="285599" y="0"/>
                    <a:pt x="283191" y="1045"/>
                    <a:pt x="278203" y="26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6" name="Google Shape;1061;p18">
              <a:extLst>
                <a:ext uri="{FF2B5EF4-FFF2-40B4-BE49-F238E27FC236}">
                  <a16:creationId xmlns:a16="http://schemas.microsoft.com/office/drawing/2014/main" id="{E2C0BF2B-CC38-44CD-76D0-A63A964126D3}"/>
                </a:ext>
              </a:extLst>
            </p:cNvPr>
            <p:cNvSpPr/>
            <p:nvPr userDrawn="1"/>
          </p:nvSpPr>
          <p:spPr>
            <a:xfrm>
              <a:off x="-48" y="3745782"/>
              <a:ext cx="9141386" cy="330170"/>
            </a:xfrm>
            <a:custGeom>
              <a:avLst/>
              <a:gdLst/>
              <a:ahLst/>
              <a:cxnLst/>
              <a:rect l="l" t="t" r="r" b="b"/>
              <a:pathLst>
                <a:path w="285646" h="10317" extrusionOk="0">
                  <a:moveTo>
                    <a:pt x="0" y="1"/>
                  </a:moveTo>
                  <a:lnTo>
                    <a:pt x="0" y="2006"/>
                  </a:lnTo>
                  <a:cubicBezTo>
                    <a:pt x="28993" y="9371"/>
                    <a:pt x="76022" y="10316"/>
                    <a:pt x="76022" y="10316"/>
                  </a:cubicBezTo>
                  <a:lnTo>
                    <a:pt x="209623" y="10316"/>
                  </a:lnTo>
                  <a:cubicBezTo>
                    <a:pt x="209623" y="10316"/>
                    <a:pt x="256642" y="9371"/>
                    <a:pt x="285646" y="2006"/>
                  </a:cubicBezTo>
                  <a:lnTo>
                    <a:pt x="285646" y="1"/>
                  </a:lnTo>
                  <a:cubicBezTo>
                    <a:pt x="256642" y="7365"/>
                    <a:pt x="209623" y="8770"/>
                    <a:pt x="209623" y="8770"/>
                  </a:cubicBezTo>
                  <a:lnTo>
                    <a:pt x="76022" y="8770"/>
                  </a:lnTo>
                  <a:cubicBezTo>
                    <a:pt x="76022" y="8770"/>
                    <a:pt x="28993" y="7365"/>
                    <a:pt x="0" y="1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7" name="Google Shape;1062;p18">
              <a:extLst>
                <a:ext uri="{FF2B5EF4-FFF2-40B4-BE49-F238E27FC236}">
                  <a16:creationId xmlns:a16="http://schemas.microsoft.com/office/drawing/2014/main" id="{A233F163-34B7-6CBD-1604-C252D7A4F8D4}"/>
                </a:ext>
              </a:extLst>
            </p:cNvPr>
            <p:cNvSpPr/>
            <p:nvPr userDrawn="1"/>
          </p:nvSpPr>
          <p:spPr>
            <a:xfrm>
              <a:off x="-48" y="3910947"/>
              <a:ext cx="9141386" cy="330138"/>
            </a:xfrm>
            <a:custGeom>
              <a:avLst/>
              <a:gdLst/>
              <a:ahLst/>
              <a:cxnLst/>
              <a:rect l="l" t="t" r="r" b="b"/>
              <a:pathLst>
                <a:path w="285646" h="10316" extrusionOk="0">
                  <a:moveTo>
                    <a:pt x="0" y="0"/>
                  </a:moveTo>
                  <a:lnTo>
                    <a:pt x="0" y="2000"/>
                  </a:lnTo>
                  <a:cubicBezTo>
                    <a:pt x="28993" y="9365"/>
                    <a:pt x="76022" y="10316"/>
                    <a:pt x="76022" y="10316"/>
                  </a:cubicBezTo>
                  <a:lnTo>
                    <a:pt x="209623" y="10316"/>
                  </a:lnTo>
                  <a:cubicBezTo>
                    <a:pt x="209623" y="10316"/>
                    <a:pt x="256642" y="9365"/>
                    <a:pt x="285646" y="2000"/>
                  </a:cubicBezTo>
                  <a:lnTo>
                    <a:pt x="285646" y="0"/>
                  </a:lnTo>
                  <a:cubicBezTo>
                    <a:pt x="256642" y="7365"/>
                    <a:pt x="209623" y="8764"/>
                    <a:pt x="209623" y="8764"/>
                  </a:cubicBezTo>
                  <a:lnTo>
                    <a:pt x="76022" y="8764"/>
                  </a:lnTo>
                  <a:cubicBezTo>
                    <a:pt x="76022" y="8764"/>
                    <a:pt x="28993" y="7365"/>
                    <a:pt x="0" y="0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8" name="Google Shape;1063;p18">
              <a:extLst>
                <a:ext uri="{FF2B5EF4-FFF2-40B4-BE49-F238E27FC236}">
                  <a16:creationId xmlns:a16="http://schemas.microsoft.com/office/drawing/2014/main" id="{127EC811-884F-7F90-8D7A-4AE73BAF5EB9}"/>
                </a:ext>
              </a:extLst>
            </p:cNvPr>
            <p:cNvSpPr/>
            <p:nvPr userDrawn="1"/>
          </p:nvSpPr>
          <p:spPr>
            <a:xfrm>
              <a:off x="-48" y="4075920"/>
              <a:ext cx="9141386" cy="330138"/>
            </a:xfrm>
            <a:custGeom>
              <a:avLst/>
              <a:gdLst/>
              <a:ahLst/>
              <a:cxnLst/>
              <a:rect l="l" t="t" r="r" b="b"/>
              <a:pathLst>
                <a:path w="285646" h="10316" extrusionOk="0">
                  <a:moveTo>
                    <a:pt x="0" y="0"/>
                  </a:moveTo>
                  <a:lnTo>
                    <a:pt x="0" y="2006"/>
                  </a:lnTo>
                  <a:cubicBezTo>
                    <a:pt x="28993" y="9370"/>
                    <a:pt x="76022" y="10316"/>
                    <a:pt x="76022" y="10316"/>
                  </a:cubicBezTo>
                  <a:lnTo>
                    <a:pt x="209623" y="10316"/>
                  </a:lnTo>
                  <a:cubicBezTo>
                    <a:pt x="209623" y="10316"/>
                    <a:pt x="256642" y="9370"/>
                    <a:pt x="285646" y="2006"/>
                  </a:cubicBezTo>
                  <a:lnTo>
                    <a:pt x="285646" y="0"/>
                  </a:lnTo>
                  <a:cubicBezTo>
                    <a:pt x="256642" y="7365"/>
                    <a:pt x="209623" y="8770"/>
                    <a:pt x="209623" y="8770"/>
                  </a:cubicBezTo>
                  <a:lnTo>
                    <a:pt x="76022" y="8770"/>
                  </a:lnTo>
                  <a:cubicBezTo>
                    <a:pt x="76022" y="8770"/>
                    <a:pt x="28993" y="7365"/>
                    <a:pt x="0" y="0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9" name="Google Shape;1064;p18">
              <a:extLst>
                <a:ext uri="{FF2B5EF4-FFF2-40B4-BE49-F238E27FC236}">
                  <a16:creationId xmlns:a16="http://schemas.microsoft.com/office/drawing/2014/main" id="{24B67B8E-1F4D-9850-76B8-F8B30793AD22}"/>
                </a:ext>
              </a:extLst>
            </p:cNvPr>
            <p:cNvSpPr/>
            <p:nvPr userDrawn="1"/>
          </p:nvSpPr>
          <p:spPr>
            <a:xfrm>
              <a:off x="-48" y="4305922"/>
              <a:ext cx="9139882" cy="251412"/>
            </a:xfrm>
            <a:custGeom>
              <a:avLst/>
              <a:gdLst/>
              <a:ahLst/>
              <a:cxnLst/>
              <a:rect l="l" t="t" r="r" b="b"/>
              <a:pathLst>
                <a:path w="285599" h="7856" extrusionOk="0">
                  <a:moveTo>
                    <a:pt x="285599" y="0"/>
                  </a:moveTo>
                  <a:cubicBezTo>
                    <a:pt x="278422" y="1823"/>
                    <a:pt x="270138" y="2142"/>
                    <a:pt x="261734" y="3301"/>
                  </a:cubicBezTo>
                  <a:cubicBezTo>
                    <a:pt x="243685" y="5798"/>
                    <a:pt x="225090" y="6163"/>
                    <a:pt x="215746" y="6163"/>
                  </a:cubicBezTo>
                  <a:cubicBezTo>
                    <a:pt x="211875" y="6163"/>
                    <a:pt x="209592" y="6101"/>
                    <a:pt x="209592" y="6101"/>
                  </a:cubicBezTo>
                  <a:lnTo>
                    <a:pt x="76012" y="6101"/>
                  </a:lnTo>
                  <a:cubicBezTo>
                    <a:pt x="76012" y="6101"/>
                    <a:pt x="72884" y="6208"/>
                    <a:pt x="67745" y="6208"/>
                  </a:cubicBezTo>
                  <a:cubicBezTo>
                    <a:pt x="57830" y="6208"/>
                    <a:pt x="40426" y="5807"/>
                    <a:pt x="23546" y="3458"/>
                  </a:cubicBezTo>
                  <a:cubicBezTo>
                    <a:pt x="15251" y="2309"/>
                    <a:pt x="7093" y="2210"/>
                    <a:pt x="0" y="408"/>
                  </a:cubicBezTo>
                  <a:lnTo>
                    <a:pt x="0" y="2413"/>
                  </a:lnTo>
                  <a:cubicBezTo>
                    <a:pt x="7239" y="4247"/>
                    <a:pt x="15596" y="4346"/>
                    <a:pt x="24073" y="5469"/>
                  </a:cubicBezTo>
                  <a:cubicBezTo>
                    <a:pt x="39000" y="7447"/>
                    <a:pt x="54274" y="7856"/>
                    <a:pt x="64359" y="7856"/>
                  </a:cubicBezTo>
                  <a:cubicBezTo>
                    <a:pt x="71478" y="7856"/>
                    <a:pt x="76012" y="7652"/>
                    <a:pt x="76012" y="7652"/>
                  </a:cubicBezTo>
                  <a:lnTo>
                    <a:pt x="209592" y="7652"/>
                  </a:lnTo>
                  <a:cubicBezTo>
                    <a:pt x="209592" y="7652"/>
                    <a:pt x="213237" y="7790"/>
                    <a:pt x="219123" y="7790"/>
                  </a:cubicBezTo>
                  <a:cubicBezTo>
                    <a:pt x="229037" y="7790"/>
                    <a:pt x="245309" y="7399"/>
                    <a:pt x="261233" y="5302"/>
                  </a:cubicBezTo>
                  <a:cubicBezTo>
                    <a:pt x="269804" y="4173"/>
                    <a:pt x="278281" y="3865"/>
                    <a:pt x="285599" y="2006"/>
                  </a:cubicBezTo>
                  <a:lnTo>
                    <a:pt x="285599" y="0"/>
                  </a:ln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0" name="Google Shape;1065;p18">
              <a:extLst>
                <a:ext uri="{FF2B5EF4-FFF2-40B4-BE49-F238E27FC236}">
                  <a16:creationId xmlns:a16="http://schemas.microsoft.com/office/drawing/2014/main" id="{254F34C0-3E08-68C5-9E73-3210234C6435}"/>
                </a:ext>
              </a:extLst>
            </p:cNvPr>
            <p:cNvSpPr/>
            <p:nvPr userDrawn="1"/>
          </p:nvSpPr>
          <p:spPr>
            <a:xfrm>
              <a:off x="-48" y="3248495"/>
              <a:ext cx="9141386" cy="425121"/>
            </a:xfrm>
            <a:custGeom>
              <a:avLst/>
              <a:gdLst/>
              <a:ahLst/>
              <a:cxnLst/>
              <a:rect l="l" t="t" r="r" b="b"/>
              <a:pathLst>
                <a:path w="285646" h="13284" extrusionOk="0">
                  <a:moveTo>
                    <a:pt x="285646" y="1"/>
                  </a:moveTo>
                  <a:cubicBezTo>
                    <a:pt x="282000" y="925"/>
                    <a:pt x="278062" y="2545"/>
                    <a:pt x="273967" y="3349"/>
                  </a:cubicBezTo>
                  <a:cubicBezTo>
                    <a:pt x="245381" y="8912"/>
                    <a:pt x="208762" y="11450"/>
                    <a:pt x="208762" y="11450"/>
                  </a:cubicBezTo>
                  <a:lnTo>
                    <a:pt x="181899" y="12458"/>
                  </a:lnTo>
                  <a:lnTo>
                    <a:pt x="100069" y="12035"/>
                  </a:lnTo>
                  <a:lnTo>
                    <a:pt x="75051" y="11340"/>
                  </a:lnTo>
                  <a:cubicBezTo>
                    <a:pt x="75051" y="11340"/>
                    <a:pt x="40056" y="9188"/>
                    <a:pt x="11867" y="3756"/>
                  </a:cubicBezTo>
                  <a:cubicBezTo>
                    <a:pt x="7720" y="2957"/>
                    <a:pt x="3724" y="1328"/>
                    <a:pt x="0" y="382"/>
                  </a:cubicBezTo>
                  <a:lnTo>
                    <a:pt x="0" y="1542"/>
                  </a:lnTo>
                  <a:cubicBezTo>
                    <a:pt x="3813" y="2508"/>
                    <a:pt x="7918" y="4153"/>
                    <a:pt x="12175" y="4958"/>
                  </a:cubicBezTo>
                  <a:cubicBezTo>
                    <a:pt x="40312" y="10280"/>
                    <a:pt x="75051" y="12165"/>
                    <a:pt x="75051" y="12165"/>
                  </a:cubicBezTo>
                  <a:lnTo>
                    <a:pt x="100174" y="12855"/>
                  </a:lnTo>
                  <a:lnTo>
                    <a:pt x="181790" y="13283"/>
                  </a:lnTo>
                  <a:lnTo>
                    <a:pt x="208762" y="12275"/>
                  </a:lnTo>
                  <a:cubicBezTo>
                    <a:pt x="208762" y="12275"/>
                    <a:pt x="245114" y="10008"/>
                    <a:pt x="273643" y="4555"/>
                  </a:cubicBezTo>
                  <a:cubicBezTo>
                    <a:pt x="277863" y="3756"/>
                    <a:pt x="281911" y="2116"/>
                    <a:pt x="285646" y="1171"/>
                  </a:cubicBezTo>
                  <a:lnTo>
                    <a:pt x="285646" y="1"/>
                  </a:ln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1" name="Google Shape;1066;p18">
              <a:extLst>
                <a:ext uri="{FF2B5EF4-FFF2-40B4-BE49-F238E27FC236}">
                  <a16:creationId xmlns:a16="http://schemas.microsoft.com/office/drawing/2014/main" id="{B7DAE75F-7DF4-7F0F-EE90-A479C5EA3422}"/>
                </a:ext>
              </a:extLst>
            </p:cNvPr>
            <p:cNvSpPr/>
            <p:nvPr userDrawn="1"/>
          </p:nvSpPr>
          <p:spPr>
            <a:xfrm>
              <a:off x="-48" y="2588924"/>
              <a:ext cx="9139882" cy="569036"/>
            </a:xfrm>
            <a:custGeom>
              <a:avLst/>
              <a:gdLst/>
              <a:ahLst/>
              <a:cxnLst/>
              <a:rect l="l" t="t" r="r" b="b"/>
              <a:pathLst>
                <a:path w="285599" h="17781" extrusionOk="0">
                  <a:moveTo>
                    <a:pt x="0" y="1"/>
                  </a:moveTo>
                  <a:lnTo>
                    <a:pt x="0" y="1019"/>
                  </a:lnTo>
                  <a:cubicBezTo>
                    <a:pt x="0" y="1019"/>
                    <a:pt x="3609" y="2581"/>
                    <a:pt x="11115" y="4748"/>
                  </a:cubicBezTo>
                  <a:lnTo>
                    <a:pt x="12896" y="5255"/>
                  </a:lnTo>
                  <a:cubicBezTo>
                    <a:pt x="17461" y="6530"/>
                    <a:pt x="23274" y="7971"/>
                    <a:pt x="30388" y="9407"/>
                  </a:cubicBezTo>
                  <a:lnTo>
                    <a:pt x="32012" y="9742"/>
                  </a:lnTo>
                  <a:cubicBezTo>
                    <a:pt x="36379" y="10598"/>
                    <a:pt x="41226" y="11460"/>
                    <a:pt x="46533" y="12275"/>
                  </a:cubicBezTo>
                  <a:lnTo>
                    <a:pt x="47885" y="12479"/>
                  </a:lnTo>
                  <a:cubicBezTo>
                    <a:pt x="52419" y="13158"/>
                    <a:pt x="57292" y="13810"/>
                    <a:pt x="62515" y="14401"/>
                  </a:cubicBezTo>
                  <a:lnTo>
                    <a:pt x="63873" y="14552"/>
                  </a:lnTo>
                  <a:cubicBezTo>
                    <a:pt x="68214" y="15033"/>
                    <a:pt x="72794" y="15477"/>
                    <a:pt x="77605" y="15879"/>
                  </a:cubicBezTo>
                  <a:lnTo>
                    <a:pt x="78963" y="15989"/>
                  </a:lnTo>
                  <a:cubicBezTo>
                    <a:pt x="83120" y="16318"/>
                    <a:pt x="87450" y="16605"/>
                    <a:pt x="91947" y="16866"/>
                  </a:cubicBezTo>
                  <a:lnTo>
                    <a:pt x="93394" y="16944"/>
                  </a:lnTo>
                  <a:cubicBezTo>
                    <a:pt x="96742" y="17122"/>
                    <a:pt x="100184" y="17268"/>
                    <a:pt x="103725" y="17394"/>
                  </a:cubicBezTo>
                  <a:lnTo>
                    <a:pt x="105167" y="17441"/>
                  </a:lnTo>
                  <a:cubicBezTo>
                    <a:pt x="110829" y="17629"/>
                    <a:pt x="116741" y="17738"/>
                    <a:pt x="122899" y="17770"/>
                  </a:cubicBezTo>
                  <a:lnTo>
                    <a:pt x="124341" y="17770"/>
                  </a:lnTo>
                  <a:cubicBezTo>
                    <a:pt x="125250" y="17774"/>
                    <a:pt x="126165" y="17776"/>
                    <a:pt x="127084" y="17776"/>
                  </a:cubicBezTo>
                  <a:cubicBezTo>
                    <a:pt x="132052" y="17776"/>
                    <a:pt x="137176" y="17716"/>
                    <a:pt x="142460" y="17597"/>
                  </a:cubicBezTo>
                  <a:lnTo>
                    <a:pt x="142799" y="17597"/>
                  </a:lnTo>
                  <a:lnTo>
                    <a:pt x="143901" y="17613"/>
                  </a:lnTo>
                  <a:cubicBezTo>
                    <a:pt x="149165" y="17725"/>
                    <a:pt x="154267" y="17781"/>
                    <a:pt x="159215" y="17781"/>
                  </a:cubicBezTo>
                  <a:cubicBezTo>
                    <a:pt x="160498" y="17781"/>
                    <a:pt x="161771" y="17777"/>
                    <a:pt x="163034" y="17770"/>
                  </a:cubicBezTo>
                  <a:lnTo>
                    <a:pt x="164475" y="17770"/>
                  </a:lnTo>
                  <a:cubicBezTo>
                    <a:pt x="170529" y="17717"/>
                    <a:pt x="176342" y="17597"/>
                    <a:pt x="181910" y="17399"/>
                  </a:cubicBezTo>
                  <a:lnTo>
                    <a:pt x="183351" y="17347"/>
                  </a:lnTo>
                  <a:cubicBezTo>
                    <a:pt x="187091" y="17205"/>
                    <a:pt x="190721" y="17033"/>
                    <a:pt x="194247" y="16829"/>
                  </a:cubicBezTo>
                  <a:lnTo>
                    <a:pt x="195688" y="16751"/>
                  </a:lnTo>
                  <a:cubicBezTo>
                    <a:pt x="200065" y="16485"/>
                    <a:pt x="204270" y="16187"/>
                    <a:pt x="208312" y="15858"/>
                  </a:cubicBezTo>
                  <a:lnTo>
                    <a:pt x="209670" y="15748"/>
                  </a:lnTo>
                  <a:cubicBezTo>
                    <a:pt x="214486" y="15330"/>
                    <a:pt x="219062" y="14871"/>
                    <a:pt x="223397" y="14369"/>
                  </a:cubicBezTo>
                  <a:lnTo>
                    <a:pt x="224750" y="14213"/>
                  </a:lnTo>
                  <a:cubicBezTo>
                    <a:pt x="229978" y="13596"/>
                    <a:pt x="234856" y="12928"/>
                    <a:pt x="239374" y="12228"/>
                  </a:cubicBezTo>
                  <a:lnTo>
                    <a:pt x="240732" y="12019"/>
                  </a:lnTo>
                  <a:cubicBezTo>
                    <a:pt x="247188" y="10995"/>
                    <a:pt x="252918" y="9914"/>
                    <a:pt x="257937" y="8854"/>
                  </a:cubicBezTo>
                  <a:lnTo>
                    <a:pt x="259567" y="8499"/>
                  </a:lnTo>
                  <a:cubicBezTo>
                    <a:pt x="266681" y="6947"/>
                    <a:pt x="272274" y="5438"/>
                    <a:pt x="276427" y="4184"/>
                  </a:cubicBezTo>
                  <a:lnTo>
                    <a:pt x="278203" y="3636"/>
                  </a:lnTo>
                  <a:cubicBezTo>
                    <a:pt x="283191" y="2069"/>
                    <a:pt x="285599" y="1024"/>
                    <a:pt x="285599" y="1024"/>
                  </a:cubicBezTo>
                  <a:lnTo>
                    <a:pt x="285599" y="6"/>
                  </a:lnTo>
                  <a:cubicBezTo>
                    <a:pt x="285599" y="6"/>
                    <a:pt x="283191" y="1050"/>
                    <a:pt x="278203" y="2617"/>
                  </a:cubicBezTo>
                  <a:lnTo>
                    <a:pt x="276427" y="3166"/>
                  </a:lnTo>
                  <a:cubicBezTo>
                    <a:pt x="272274" y="4419"/>
                    <a:pt x="266681" y="5934"/>
                    <a:pt x="259567" y="7485"/>
                  </a:cubicBezTo>
                  <a:lnTo>
                    <a:pt x="257937" y="7835"/>
                  </a:lnTo>
                  <a:cubicBezTo>
                    <a:pt x="252918" y="8906"/>
                    <a:pt x="247188" y="9982"/>
                    <a:pt x="240732" y="11000"/>
                  </a:cubicBezTo>
                  <a:lnTo>
                    <a:pt x="239374" y="11215"/>
                  </a:lnTo>
                  <a:cubicBezTo>
                    <a:pt x="234856" y="11920"/>
                    <a:pt x="229983" y="12583"/>
                    <a:pt x="224750" y="13199"/>
                  </a:cubicBezTo>
                  <a:lnTo>
                    <a:pt x="223397" y="13356"/>
                  </a:lnTo>
                  <a:cubicBezTo>
                    <a:pt x="219062" y="13857"/>
                    <a:pt x="214486" y="14317"/>
                    <a:pt x="209670" y="14730"/>
                  </a:cubicBezTo>
                  <a:lnTo>
                    <a:pt x="208312" y="14839"/>
                  </a:lnTo>
                  <a:cubicBezTo>
                    <a:pt x="204270" y="15184"/>
                    <a:pt x="200065" y="15482"/>
                    <a:pt x="195688" y="15733"/>
                  </a:cubicBezTo>
                  <a:lnTo>
                    <a:pt x="194247" y="15821"/>
                  </a:lnTo>
                  <a:cubicBezTo>
                    <a:pt x="190721" y="16015"/>
                    <a:pt x="187091" y="16187"/>
                    <a:pt x="183351" y="16328"/>
                  </a:cubicBezTo>
                  <a:lnTo>
                    <a:pt x="181910" y="16380"/>
                  </a:lnTo>
                  <a:cubicBezTo>
                    <a:pt x="176342" y="16584"/>
                    <a:pt x="170529" y="16709"/>
                    <a:pt x="164475" y="16751"/>
                  </a:cubicBezTo>
                  <a:lnTo>
                    <a:pt x="163034" y="16751"/>
                  </a:lnTo>
                  <a:cubicBezTo>
                    <a:pt x="161564" y="16762"/>
                    <a:pt x="160080" y="16768"/>
                    <a:pt x="158581" y="16768"/>
                  </a:cubicBezTo>
                  <a:cubicBezTo>
                    <a:pt x="153833" y="16768"/>
                    <a:pt x="148940" y="16712"/>
                    <a:pt x="143901" y="16605"/>
                  </a:cubicBezTo>
                  <a:lnTo>
                    <a:pt x="142799" y="16584"/>
                  </a:lnTo>
                  <a:lnTo>
                    <a:pt x="142460" y="16584"/>
                  </a:lnTo>
                  <a:cubicBezTo>
                    <a:pt x="136866" y="16705"/>
                    <a:pt x="131451" y="16764"/>
                    <a:pt x="126212" y="16764"/>
                  </a:cubicBezTo>
                  <a:cubicBezTo>
                    <a:pt x="125585" y="16764"/>
                    <a:pt x="124962" y="16763"/>
                    <a:pt x="124341" y="16762"/>
                  </a:cubicBezTo>
                  <a:lnTo>
                    <a:pt x="122899" y="16762"/>
                  </a:lnTo>
                  <a:cubicBezTo>
                    <a:pt x="116746" y="16720"/>
                    <a:pt x="110834" y="16610"/>
                    <a:pt x="105167" y="16427"/>
                  </a:cubicBezTo>
                  <a:lnTo>
                    <a:pt x="103725" y="16375"/>
                  </a:lnTo>
                  <a:cubicBezTo>
                    <a:pt x="100179" y="16250"/>
                    <a:pt x="96737" y="16103"/>
                    <a:pt x="93394" y="15926"/>
                  </a:cubicBezTo>
                  <a:lnTo>
                    <a:pt x="91947" y="15847"/>
                  </a:lnTo>
                  <a:cubicBezTo>
                    <a:pt x="87440" y="15592"/>
                    <a:pt x="83110" y="15299"/>
                    <a:pt x="78957" y="14970"/>
                  </a:cubicBezTo>
                  <a:lnTo>
                    <a:pt x="77599" y="14860"/>
                  </a:lnTo>
                  <a:cubicBezTo>
                    <a:pt x="72794" y="14463"/>
                    <a:pt x="68214" y="14025"/>
                    <a:pt x="63873" y="13539"/>
                  </a:cubicBezTo>
                  <a:lnTo>
                    <a:pt x="62515" y="13393"/>
                  </a:lnTo>
                  <a:cubicBezTo>
                    <a:pt x="57297" y="12792"/>
                    <a:pt x="52424" y="12144"/>
                    <a:pt x="47885" y="11460"/>
                  </a:cubicBezTo>
                  <a:lnTo>
                    <a:pt x="46533" y="11256"/>
                  </a:lnTo>
                  <a:cubicBezTo>
                    <a:pt x="41226" y="10442"/>
                    <a:pt x="36379" y="9585"/>
                    <a:pt x="32012" y="8723"/>
                  </a:cubicBezTo>
                  <a:lnTo>
                    <a:pt x="30388" y="8394"/>
                  </a:lnTo>
                  <a:cubicBezTo>
                    <a:pt x="23274" y="6953"/>
                    <a:pt x="17456" y="5511"/>
                    <a:pt x="12896" y="4237"/>
                  </a:cubicBezTo>
                  <a:lnTo>
                    <a:pt x="11115" y="3735"/>
                  </a:lnTo>
                  <a:cubicBezTo>
                    <a:pt x="3609" y="156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2" name="Google Shape;1067;p18">
              <a:extLst>
                <a:ext uri="{FF2B5EF4-FFF2-40B4-BE49-F238E27FC236}">
                  <a16:creationId xmlns:a16="http://schemas.microsoft.com/office/drawing/2014/main" id="{B5EC2E87-0EE5-40AE-BB11-F6DB16A0027B}"/>
                </a:ext>
              </a:extLst>
            </p:cNvPr>
            <p:cNvSpPr/>
            <p:nvPr userDrawn="1"/>
          </p:nvSpPr>
          <p:spPr>
            <a:xfrm>
              <a:off x="4113" y="2717638"/>
              <a:ext cx="9139914" cy="569452"/>
            </a:xfrm>
            <a:custGeom>
              <a:avLst/>
              <a:gdLst/>
              <a:ahLst/>
              <a:cxnLst/>
              <a:rect l="l" t="t" r="r" b="b"/>
              <a:pathLst>
                <a:path w="285600" h="17794" extrusionOk="0">
                  <a:moveTo>
                    <a:pt x="1" y="0"/>
                  </a:moveTo>
                  <a:lnTo>
                    <a:pt x="1" y="1019"/>
                  </a:lnTo>
                  <a:cubicBezTo>
                    <a:pt x="1" y="1019"/>
                    <a:pt x="3610" y="2581"/>
                    <a:pt x="11105" y="4759"/>
                  </a:cubicBezTo>
                  <a:lnTo>
                    <a:pt x="12891" y="5260"/>
                  </a:lnTo>
                  <a:cubicBezTo>
                    <a:pt x="17461" y="6534"/>
                    <a:pt x="23269" y="7976"/>
                    <a:pt x="30389" y="9423"/>
                  </a:cubicBezTo>
                  <a:cubicBezTo>
                    <a:pt x="30921" y="9533"/>
                    <a:pt x="31459" y="9642"/>
                    <a:pt x="32013" y="9747"/>
                  </a:cubicBezTo>
                  <a:cubicBezTo>
                    <a:pt x="36379" y="10608"/>
                    <a:pt x="41216" y="11465"/>
                    <a:pt x="46528" y="12280"/>
                  </a:cubicBezTo>
                  <a:lnTo>
                    <a:pt x="47875" y="12489"/>
                  </a:lnTo>
                  <a:cubicBezTo>
                    <a:pt x="52414" y="13173"/>
                    <a:pt x="57293" y="13815"/>
                    <a:pt x="62516" y="14416"/>
                  </a:cubicBezTo>
                  <a:lnTo>
                    <a:pt x="63869" y="14568"/>
                  </a:lnTo>
                  <a:cubicBezTo>
                    <a:pt x="68204" y="15053"/>
                    <a:pt x="72784" y="15492"/>
                    <a:pt x="77605" y="15889"/>
                  </a:cubicBezTo>
                  <a:lnTo>
                    <a:pt x="78963" y="16004"/>
                  </a:lnTo>
                  <a:cubicBezTo>
                    <a:pt x="83116" y="16333"/>
                    <a:pt x="87440" y="16620"/>
                    <a:pt x="91948" y="16871"/>
                  </a:cubicBezTo>
                  <a:lnTo>
                    <a:pt x="93389" y="16949"/>
                  </a:lnTo>
                  <a:cubicBezTo>
                    <a:pt x="96732" y="17127"/>
                    <a:pt x="100179" y="17278"/>
                    <a:pt x="103726" y="17404"/>
                  </a:cubicBezTo>
                  <a:lnTo>
                    <a:pt x="105167" y="17451"/>
                  </a:lnTo>
                  <a:cubicBezTo>
                    <a:pt x="110829" y="17644"/>
                    <a:pt x="116742" y="17754"/>
                    <a:pt x="122900" y="17785"/>
                  </a:cubicBezTo>
                  <a:lnTo>
                    <a:pt x="124341" y="17785"/>
                  </a:lnTo>
                  <a:cubicBezTo>
                    <a:pt x="124962" y="17787"/>
                    <a:pt x="125585" y="17788"/>
                    <a:pt x="126211" y="17788"/>
                  </a:cubicBezTo>
                  <a:cubicBezTo>
                    <a:pt x="131446" y="17788"/>
                    <a:pt x="136861" y="17729"/>
                    <a:pt x="142455" y="17607"/>
                  </a:cubicBezTo>
                  <a:lnTo>
                    <a:pt x="142800" y="17607"/>
                  </a:lnTo>
                  <a:lnTo>
                    <a:pt x="143897" y="17628"/>
                  </a:lnTo>
                  <a:cubicBezTo>
                    <a:pt x="149282" y="17739"/>
                    <a:pt x="154502" y="17794"/>
                    <a:pt x="159556" y="17794"/>
                  </a:cubicBezTo>
                  <a:cubicBezTo>
                    <a:pt x="160723" y="17794"/>
                    <a:pt x="161880" y="17791"/>
                    <a:pt x="163029" y="17785"/>
                  </a:cubicBezTo>
                  <a:lnTo>
                    <a:pt x="164476" y="17769"/>
                  </a:lnTo>
                  <a:cubicBezTo>
                    <a:pt x="170529" y="17722"/>
                    <a:pt x="176343" y="17602"/>
                    <a:pt x="181910" y="17404"/>
                  </a:cubicBezTo>
                  <a:lnTo>
                    <a:pt x="183347" y="17346"/>
                  </a:lnTo>
                  <a:cubicBezTo>
                    <a:pt x="187086" y="17210"/>
                    <a:pt x="190722" y="17033"/>
                    <a:pt x="194242" y="16840"/>
                  </a:cubicBezTo>
                  <a:lnTo>
                    <a:pt x="195684" y="16751"/>
                  </a:lnTo>
                  <a:cubicBezTo>
                    <a:pt x="200061" y="16495"/>
                    <a:pt x="204270" y="16197"/>
                    <a:pt x="208313" y="15863"/>
                  </a:cubicBezTo>
                  <a:lnTo>
                    <a:pt x="209661" y="15748"/>
                  </a:lnTo>
                  <a:cubicBezTo>
                    <a:pt x="214482" y="15330"/>
                    <a:pt x="219057" y="14871"/>
                    <a:pt x="223392" y="14374"/>
                  </a:cubicBezTo>
                  <a:lnTo>
                    <a:pt x="224750" y="14218"/>
                  </a:lnTo>
                  <a:cubicBezTo>
                    <a:pt x="229973" y="13596"/>
                    <a:pt x="234846" y="12933"/>
                    <a:pt x="239375" y="12233"/>
                  </a:cubicBezTo>
                  <a:lnTo>
                    <a:pt x="240728" y="12024"/>
                  </a:lnTo>
                  <a:cubicBezTo>
                    <a:pt x="247183" y="11000"/>
                    <a:pt x="252918" y="9924"/>
                    <a:pt x="257938" y="8859"/>
                  </a:cubicBezTo>
                  <a:lnTo>
                    <a:pt x="259562" y="8504"/>
                  </a:lnTo>
                  <a:cubicBezTo>
                    <a:pt x="266671" y="6952"/>
                    <a:pt x="272270" y="5438"/>
                    <a:pt x="276422" y="4184"/>
                  </a:cubicBezTo>
                  <a:cubicBezTo>
                    <a:pt x="277049" y="4001"/>
                    <a:pt x="277639" y="3813"/>
                    <a:pt x="278203" y="3641"/>
                  </a:cubicBezTo>
                  <a:cubicBezTo>
                    <a:pt x="283186" y="2074"/>
                    <a:pt x="285599" y="1029"/>
                    <a:pt x="285599" y="1029"/>
                  </a:cubicBezTo>
                  <a:lnTo>
                    <a:pt x="285599" y="11"/>
                  </a:lnTo>
                  <a:cubicBezTo>
                    <a:pt x="285599" y="11"/>
                    <a:pt x="283186" y="1055"/>
                    <a:pt x="278203" y="2622"/>
                  </a:cubicBezTo>
                  <a:lnTo>
                    <a:pt x="276422" y="3171"/>
                  </a:lnTo>
                  <a:cubicBezTo>
                    <a:pt x="272270" y="4424"/>
                    <a:pt x="266671" y="5934"/>
                    <a:pt x="259562" y="7490"/>
                  </a:cubicBezTo>
                  <a:lnTo>
                    <a:pt x="257938" y="7840"/>
                  </a:lnTo>
                  <a:cubicBezTo>
                    <a:pt x="252918" y="8911"/>
                    <a:pt x="247183" y="9987"/>
                    <a:pt x="240728" y="11005"/>
                  </a:cubicBezTo>
                  <a:lnTo>
                    <a:pt x="239375" y="11225"/>
                  </a:lnTo>
                  <a:cubicBezTo>
                    <a:pt x="234846" y="11930"/>
                    <a:pt x="229973" y="12588"/>
                    <a:pt x="224750" y="13199"/>
                  </a:cubicBezTo>
                  <a:lnTo>
                    <a:pt x="223392" y="13366"/>
                  </a:lnTo>
                  <a:cubicBezTo>
                    <a:pt x="219057" y="13862"/>
                    <a:pt x="214482" y="14322"/>
                    <a:pt x="209661" y="14735"/>
                  </a:cubicBezTo>
                  <a:lnTo>
                    <a:pt x="208313" y="14844"/>
                  </a:lnTo>
                  <a:cubicBezTo>
                    <a:pt x="204276" y="15179"/>
                    <a:pt x="200066" y="15482"/>
                    <a:pt x="195684" y="15743"/>
                  </a:cubicBezTo>
                  <a:lnTo>
                    <a:pt x="194242" y="15826"/>
                  </a:lnTo>
                  <a:cubicBezTo>
                    <a:pt x="190722" y="16020"/>
                    <a:pt x="187086" y="16192"/>
                    <a:pt x="183347" y="16333"/>
                  </a:cubicBezTo>
                  <a:lnTo>
                    <a:pt x="181910" y="16385"/>
                  </a:lnTo>
                  <a:cubicBezTo>
                    <a:pt x="176343" y="16589"/>
                    <a:pt x="170529" y="16714"/>
                    <a:pt x="164476" y="16761"/>
                  </a:cubicBezTo>
                  <a:lnTo>
                    <a:pt x="163029" y="16761"/>
                  </a:lnTo>
                  <a:cubicBezTo>
                    <a:pt x="161760" y="16769"/>
                    <a:pt x="160480" y="16773"/>
                    <a:pt x="159189" y="16773"/>
                  </a:cubicBezTo>
                  <a:cubicBezTo>
                    <a:pt x="154249" y="16773"/>
                    <a:pt x="149152" y="16717"/>
                    <a:pt x="143897" y="16610"/>
                  </a:cubicBezTo>
                  <a:lnTo>
                    <a:pt x="142800" y="16584"/>
                  </a:lnTo>
                  <a:lnTo>
                    <a:pt x="142455" y="16584"/>
                  </a:lnTo>
                  <a:cubicBezTo>
                    <a:pt x="136672" y="16709"/>
                    <a:pt x="131084" y="16768"/>
                    <a:pt x="125680" y="16768"/>
                  </a:cubicBezTo>
                  <a:cubicBezTo>
                    <a:pt x="125233" y="16768"/>
                    <a:pt x="124786" y="16767"/>
                    <a:pt x="124341" y="16767"/>
                  </a:cubicBezTo>
                  <a:lnTo>
                    <a:pt x="122900" y="16751"/>
                  </a:lnTo>
                  <a:cubicBezTo>
                    <a:pt x="116737" y="16720"/>
                    <a:pt x="110824" y="16610"/>
                    <a:pt x="105167" y="16427"/>
                  </a:cubicBezTo>
                  <a:lnTo>
                    <a:pt x="103726" y="16375"/>
                  </a:lnTo>
                  <a:cubicBezTo>
                    <a:pt x="100179" y="16249"/>
                    <a:pt x="96737" y="16098"/>
                    <a:pt x="93389" y="15920"/>
                  </a:cubicBezTo>
                  <a:lnTo>
                    <a:pt x="91948" y="15842"/>
                  </a:lnTo>
                  <a:cubicBezTo>
                    <a:pt x="87440" y="15597"/>
                    <a:pt x="83116" y="15304"/>
                    <a:pt x="78963" y="14970"/>
                  </a:cubicBezTo>
                  <a:lnTo>
                    <a:pt x="77605" y="14860"/>
                  </a:lnTo>
                  <a:cubicBezTo>
                    <a:pt x="72790" y="14458"/>
                    <a:pt x="68209" y="14014"/>
                    <a:pt x="63869" y="13533"/>
                  </a:cubicBezTo>
                  <a:lnTo>
                    <a:pt x="62516" y="13382"/>
                  </a:lnTo>
                  <a:cubicBezTo>
                    <a:pt x="57293" y="12787"/>
                    <a:pt x="52414" y="12134"/>
                    <a:pt x="47875" y="11455"/>
                  </a:cubicBezTo>
                  <a:lnTo>
                    <a:pt x="46523" y="11256"/>
                  </a:lnTo>
                  <a:cubicBezTo>
                    <a:pt x="41216" y="10436"/>
                    <a:pt x="36379" y="9585"/>
                    <a:pt x="32013" y="8723"/>
                  </a:cubicBezTo>
                  <a:lnTo>
                    <a:pt x="30389" y="8394"/>
                  </a:lnTo>
                  <a:cubicBezTo>
                    <a:pt x="23269" y="6952"/>
                    <a:pt x="17456" y="5511"/>
                    <a:pt x="12891" y="4236"/>
                  </a:cubicBezTo>
                  <a:lnTo>
                    <a:pt x="11105" y="3724"/>
                  </a:lnTo>
                  <a:cubicBezTo>
                    <a:pt x="3610" y="156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3" name="Google Shape;1068;p18">
              <a:extLst>
                <a:ext uri="{FF2B5EF4-FFF2-40B4-BE49-F238E27FC236}">
                  <a16:creationId xmlns:a16="http://schemas.microsoft.com/office/drawing/2014/main" id="{FF3F8AAC-3027-7D02-ACE1-A79141E98A2B}"/>
                </a:ext>
              </a:extLst>
            </p:cNvPr>
            <p:cNvSpPr/>
            <p:nvPr userDrawn="1"/>
          </p:nvSpPr>
          <p:spPr>
            <a:xfrm>
              <a:off x="4113" y="2855217"/>
              <a:ext cx="9139914" cy="568780"/>
            </a:xfrm>
            <a:custGeom>
              <a:avLst/>
              <a:gdLst/>
              <a:ahLst/>
              <a:cxnLst/>
              <a:rect l="l" t="t" r="r" b="b"/>
              <a:pathLst>
                <a:path w="285600" h="17773" extrusionOk="0">
                  <a:moveTo>
                    <a:pt x="285599" y="0"/>
                  </a:moveTo>
                  <a:cubicBezTo>
                    <a:pt x="285599" y="0"/>
                    <a:pt x="283186" y="1045"/>
                    <a:pt x="278203" y="2612"/>
                  </a:cubicBezTo>
                  <a:cubicBezTo>
                    <a:pt x="277639" y="2789"/>
                    <a:pt x="277049" y="2972"/>
                    <a:pt x="276422" y="3155"/>
                  </a:cubicBezTo>
                  <a:cubicBezTo>
                    <a:pt x="272270" y="4408"/>
                    <a:pt x="266671" y="5923"/>
                    <a:pt x="259562" y="7479"/>
                  </a:cubicBezTo>
                  <a:lnTo>
                    <a:pt x="257938" y="7829"/>
                  </a:lnTo>
                  <a:cubicBezTo>
                    <a:pt x="252918" y="8895"/>
                    <a:pt x="247183" y="9971"/>
                    <a:pt x="240728" y="10995"/>
                  </a:cubicBezTo>
                  <a:lnTo>
                    <a:pt x="239375" y="11204"/>
                  </a:lnTo>
                  <a:cubicBezTo>
                    <a:pt x="234846" y="11909"/>
                    <a:pt x="229973" y="12572"/>
                    <a:pt x="224750" y="13188"/>
                  </a:cubicBezTo>
                  <a:lnTo>
                    <a:pt x="223392" y="13350"/>
                  </a:lnTo>
                  <a:cubicBezTo>
                    <a:pt x="219057" y="13852"/>
                    <a:pt x="214482" y="14311"/>
                    <a:pt x="209661" y="14719"/>
                  </a:cubicBezTo>
                  <a:lnTo>
                    <a:pt x="208313" y="14839"/>
                  </a:lnTo>
                  <a:cubicBezTo>
                    <a:pt x="204276" y="15173"/>
                    <a:pt x="200066" y="15471"/>
                    <a:pt x="195684" y="15732"/>
                  </a:cubicBezTo>
                  <a:lnTo>
                    <a:pt x="194242" y="15810"/>
                  </a:lnTo>
                  <a:cubicBezTo>
                    <a:pt x="190722" y="16014"/>
                    <a:pt x="187086" y="16181"/>
                    <a:pt x="183347" y="16317"/>
                  </a:cubicBezTo>
                  <a:lnTo>
                    <a:pt x="181910" y="16380"/>
                  </a:lnTo>
                  <a:cubicBezTo>
                    <a:pt x="176343" y="16578"/>
                    <a:pt x="170529" y="16698"/>
                    <a:pt x="164476" y="16745"/>
                  </a:cubicBezTo>
                  <a:lnTo>
                    <a:pt x="163029" y="16756"/>
                  </a:lnTo>
                  <a:cubicBezTo>
                    <a:pt x="161717" y="16765"/>
                    <a:pt x="160393" y="16769"/>
                    <a:pt x="159058" y="16769"/>
                  </a:cubicBezTo>
                  <a:cubicBezTo>
                    <a:pt x="154159" y="16769"/>
                    <a:pt x="149105" y="16710"/>
                    <a:pt x="143897" y="16599"/>
                  </a:cubicBezTo>
                  <a:lnTo>
                    <a:pt x="142800" y="16578"/>
                  </a:lnTo>
                  <a:lnTo>
                    <a:pt x="142455" y="16578"/>
                  </a:lnTo>
                  <a:cubicBezTo>
                    <a:pt x="136861" y="16699"/>
                    <a:pt x="131450" y="16758"/>
                    <a:pt x="126212" y="16758"/>
                  </a:cubicBezTo>
                  <a:cubicBezTo>
                    <a:pt x="125586" y="16758"/>
                    <a:pt x="124962" y="16757"/>
                    <a:pt x="124341" y="16756"/>
                  </a:cubicBezTo>
                  <a:lnTo>
                    <a:pt x="122900" y="16756"/>
                  </a:lnTo>
                  <a:cubicBezTo>
                    <a:pt x="116737" y="16719"/>
                    <a:pt x="110824" y="16609"/>
                    <a:pt x="105167" y="16421"/>
                  </a:cubicBezTo>
                  <a:lnTo>
                    <a:pt x="103726" y="16380"/>
                  </a:lnTo>
                  <a:cubicBezTo>
                    <a:pt x="100179" y="16249"/>
                    <a:pt x="96737" y="16098"/>
                    <a:pt x="93389" y="15920"/>
                  </a:cubicBezTo>
                  <a:lnTo>
                    <a:pt x="91948" y="15842"/>
                  </a:lnTo>
                  <a:cubicBezTo>
                    <a:pt x="87440" y="15591"/>
                    <a:pt x="83116" y="15298"/>
                    <a:pt x="78963" y="14975"/>
                  </a:cubicBezTo>
                  <a:lnTo>
                    <a:pt x="77605" y="14865"/>
                  </a:lnTo>
                  <a:cubicBezTo>
                    <a:pt x="72790" y="14463"/>
                    <a:pt x="68209" y="14019"/>
                    <a:pt x="63869" y="13538"/>
                  </a:cubicBezTo>
                  <a:lnTo>
                    <a:pt x="62516" y="13387"/>
                  </a:lnTo>
                  <a:cubicBezTo>
                    <a:pt x="57293" y="12791"/>
                    <a:pt x="52414" y="12138"/>
                    <a:pt x="47875" y="11459"/>
                  </a:cubicBezTo>
                  <a:lnTo>
                    <a:pt x="46523" y="11251"/>
                  </a:lnTo>
                  <a:cubicBezTo>
                    <a:pt x="41216" y="10436"/>
                    <a:pt x="36379" y="9579"/>
                    <a:pt x="32013" y="8717"/>
                  </a:cubicBezTo>
                  <a:cubicBezTo>
                    <a:pt x="31454" y="8613"/>
                    <a:pt x="30921" y="8503"/>
                    <a:pt x="30389" y="8394"/>
                  </a:cubicBezTo>
                  <a:cubicBezTo>
                    <a:pt x="23269" y="6952"/>
                    <a:pt x="17456" y="5505"/>
                    <a:pt x="12891" y="4236"/>
                  </a:cubicBezTo>
                  <a:lnTo>
                    <a:pt x="11105" y="3729"/>
                  </a:lnTo>
                  <a:cubicBezTo>
                    <a:pt x="3610" y="1562"/>
                    <a:pt x="1" y="5"/>
                    <a:pt x="1" y="5"/>
                  </a:cubicBezTo>
                  <a:lnTo>
                    <a:pt x="1" y="1013"/>
                  </a:lnTo>
                  <a:cubicBezTo>
                    <a:pt x="1" y="1013"/>
                    <a:pt x="3610" y="2575"/>
                    <a:pt x="11105" y="4727"/>
                  </a:cubicBezTo>
                  <a:lnTo>
                    <a:pt x="12886" y="5239"/>
                  </a:lnTo>
                  <a:cubicBezTo>
                    <a:pt x="17456" y="6513"/>
                    <a:pt x="23269" y="7955"/>
                    <a:pt x="30383" y="9396"/>
                  </a:cubicBezTo>
                  <a:lnTo>
                    <a:pt x="32013" y="9725"/>
                  </a:lnTo>
                  <a:cubicBezTo>
                    <a:pt x="36379" y="10587"/>
                    <a:pt x="41216" y="11439"/>
                    <a:pt x="46523" y="12259"/>
                  </a:cubicBezTo>
                  <a:lnTo>
                    <a:pt x="47875" y="12457"/>
                  </a:lnTo>
                  <a:cubicBezTo>
                    <a:pt x="52414" y="13136"/>
                    <a:pt x="57293" y="13789"/>
                    <a:pt x="62516" y="14384"/>
                  </a:cubicBezTo>
                  <a:lnTo>
                    <a:pt x="63869" y="14536"/>
                  </a:lnTo>
                  <a:cubicBezTo>
                    <a:pt x="68209" y="15016"/>
                    <a:pt x="72784" y="15471"/>
                    <a:pt x="77600" y="15863"/>
                  </a:cubicBezTo>
                  <a:lnTo>
                    <a:pt x="78958" y="15972"/>
                  </a:lnTo>
                  <a:cubicBezTo>
                    <a:pt x="83110" y="16306"/>
                    <a:pt x="87440" y="16599"/>
                    <a:pt x="91948" y="16844"/>
                  </a:cubicBezTo>
                  <a:lnTo>
                    <a:pt x="93389" y="16923"/>
                  </a:lnTo>
                  <a:cubicBezTo>
                    <a:pt x="96732" y="17100"/>
                    <a:pt x="100179" y="17252"/>
                    <a:pt x="103726" y="17377"/>
                  </a:cubicBezTo>
                  <a:lnTo>
                    <a:pt x="105167" y="17429"/>
                  </a:lnTo>
                  <a:cubicBezTo>
                    <a:pt x="110829" y="17617"/>
                    <a:pt x="116742" y="17727"/>
                    <a:pt x="122900" y="17753"/>
                  </a:cubicBezTo>
                  <a:lnTo>
                    <a:pt x="124341" y="17769"/>
                  </a:lnTo>
                  <a:cubicBezTo>
                    <a:pt x="125071" y="17772"/>
                    <a:pt x="125804" y="17773"/>
                    <a:pt x="126541" y="17773"/>
                  </a:cubicBezTo>
                  <a:cubicBezTo>
                    <a:pt x="131674" y="17773"/>
                    <a:pt x="136979" y="17709"/>
                    <a:pt x="142455" y="17586"/>
                  </a:cubicBezTo>
                  <a:lnTo>
                    <a:pt x="142800" y="17586"/>
                  </a:lnTo>
                  <a:lnTo>
                    <a:pt x="143897" y="17612"/>
                  </a:lnTo>
                  <a:cubicBezTo>
                    <a:pt x="149033" y="17717"/>
                    <a:pt x="154019" y="17773"/>
                    <a:pt x="158855" y="17773"/>
                  </a:cubicBezTo>
                  <a:cubicBezTo>
                    <a:pt x="160259" y="17773"/>
                    <a:pt x="161650" y="17768"/>
                    <a:pt x="163029" y="17758"/>
                  </a:cubicBezTo>
                  <a:lnTo>
                    <a:pt x="164476" y="17758"/>
                  </a:lnTo>
                  <a:cubicBezTo>
                    <a:pt x="170529" y="17706"/>
                    <a:pt x="176343" y="17586"/>
                    <a:pt x="181910" y="17388"/>
                  </a:cubicBezTo>
                  <a:lnTo>
                    <a:pt x="183347" y="17335"/>
                  </a:lnTo>
                  <a:cubicBezTo>
                    <a:pt x="187092" y="17194"/>
                    <a:pt x="190722" y="17022"/>
                    <a:pt x="194242" y="16829"/>
                  </a:cubicBezTo>
                  <a:lnTo>
                    <a:pt x="195684" y="16740"/>
                  </a:lnTo>
                  <a:cubicBezTo>
                    <a:pt x="200061" y="16479"/>
                    <a:pt x="204270" y="16181"/>
                    <a:pt x="208313" y="15847"/>
                  </a:cubicBezTo>
                  <a:lnTo>
                    <a:pt x="209661" y="15737"/>
                  </a:lnTo>
                  <a:cubicBezTo>
                    <a:pt x="214482" y="15319"/>
                    <a:pt x="219057" y="14860"/>
                    <a:pt x="223392" y="14363"/>
                  </a:cubicBezTo>
                  <a:lnTo>
                    <a:pt x="224750" y="14202"/>
                  </a:lnTo>
                  <a:cubicBezTo>
                    <a:pt x="229973" y="13580"/>
                    <a:pt x="234846" y="12922"/>
                    <a:pt x="239375" y="12222"/>
                  </a:cubicBezTo>
                  <a:lnTo>
                    <a:pt x="240728" y="12008"/>
                  </a:lnTo>
                  <a:cubicBezTo>
                    <a:pt x="247183" y="10989"/>
                    <a:pt x="252918" y="9913"/>
                    <a:pt x="257938" y="8843"/>
                  </a:cubicBezTo>
                  <a:lnTo>
                    <a:pt x="259562" y="8498"/>
                  </a:lnTo>
                  <a:cubicBezTo>
                    <a:pt x="266671" y="6936"/>
                    <a:pt x="272270" y="5427"/>
                    <a:pt x="276422" y="4173"/>
                  </a:cubicBezTo>
                  <a:lnTo>
                    <a:pt x="278203" y="3625"/>
                  </a:lnTo>
                  <a:cubicBezTo>
                    <a:pt x="283186" y="2058"/>
                    <a:pt x="285599" y="1013"/>
                    <a:pt x="285599" y="1013"/>
                  </a:cubicBezTo>
                  <a:lnTo>
                    <a:pt x="285599" y="0"/>
                  </a:ln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4" name="Google Shape;1069;p18">
              <a:extLst>
                <a:ext uri="{FF2B5EF4-FFF2-40B4-BE49-F238E27FC236}">
                  <a16:creationId xmlns:a16="http://schemas.microsoft.com/office/drawing/2014/main" id="{3548D803-7F76-1E06-B0C1-850D4763BA70}"/>
                </a:ext>
              </a:extLst>
            </p:cNvPr>
            <p:cNvSpPr/>
            <p:nvPr userDrawn="1"/>
          </p:nvSpPr>
          <p:spPr>
            <a:xfrm>
              <a:off x="4113" y="2992764"/>
              <a:ext cx="9139914" cy="568876"/>
            </a:xfrm>
            <a:custGeom>
              <a:avLst/>
              <a:gdLst/>
              <a:ahLst/>
              <a:cxnLst/>
              <a:rect l="l" t="t" r="r" b="b"/>
              <a:pathLst>
                <a:path w="285600" h="17776" extrusionOk="0">
                  <a:moveTo>
                    <a:pt x="1" y="1"/>
                  </a:moveTo>
                  <a:lnTo>
                    <a:pt x="1" y="1019"/>
                  </a:lnTo>
                  <a:cubicBezTo>
                    <a:pt x="1" y="1019"/>
                    <a:pt x="3610" y="2581"/>
                    <a:pt x="11105" y="4743"/>
                  </a:cubicBezTo>
                  <a:lnTo>
                    <a:pt x="12886" y="5250"/>
                  </a:lnTo>
                  <a:cubicBezTo>
                    <a:pt x="17456" y="6524"/>
                    <a:pt x="23269" y="7961"/>
                    <a:pt x="30383" y="9402"/>
                  </a:cubicBezTo>
                  <a:cubicBezTo>
                    <a:pt x="30921" y="9512"/>
                    <a:pt x="31454" y="9627"/>
                    <a:pt x="32013" y="9731"/>
                  </a:cubicBezTo>
                  <a:cubicBezTo>
                    <a:pt x="36379" y="10593"/>
                    <a:pt x="41216" y="11455"/>
                    <a:pt x="46523" y="12264"/>
                  </a:cubicBezTo>
                  <a:lnTo>
                    <a:pt x="47875" y="12473"/>
                  </a:lnTo>
                  <a:cubicBezTo>
                    <a:pt x="52414" y="13152"/>
                    <a:pt x="57293" y="13805"/>
                    <a:pt x="62516" y="14395"/>
                  </a:cubicBezTo>
                  <a:lnTo>
                    <a:pt x="63869" y="14547"/>
                  </a:lnTo>
                  <a:cubicBezTo>
                    <a:pt x="68204" y="15033"/>
                    <a:pt x="72784" y="15471"/>
                    <a:pt x="77600" y="15874"/>
                  </a:cubicBezTo>
                  <a:lnTo>
                    <a:pt x="78958" y="15983"/>
                  </a:lnTo>
                  <a:cubicBezTo>
                    <a:pt x="83110" y="16312"/>
                    <a:pt x="87440" y="16605"/>
                    <a:pt x="91948" y="16850"/>
                  </a:cubicBezTo>
                  <a:cubicBezTo>
                    <a:pt x="92423" y="16887"/>
                    <a:pt x="92904" y="16913"/>
                    <a:pt x="93389" y="16929"/>
                  </a:cubicBezTo>
                  <a:cubicBezTo>
                    <a:pt x="96732" y="17106"/>
                    <a:pt x="100179" y="17263"/>
                    <a:pt x="103726" y="17388"/>
                  </a:cubicBezTo>
                  <a:lnTo>
                    <a:pt x="105167" y="17435"/>
                  </a:lnTo>
                  <a:cubicBezTo>
                    <a:pt x="110829" y="17623"/>
                    <a:pt x="116742" y="17733"/>
                    <a:pt x="122900" y="17764"/>
                  </a:cubicBezTo>
                  <a:lnTo>
                    <a:pt x="124341" y="17764"/>
                  </a:lnTo>
                  <a:cubicBezTo>
                    <a:pt x="125250" y="17768"/>
                    <a:pt x="126164" y="17770"/>
                    <a:pt x="127083" y="17770"/>
                  </a:cubicBezTo>
                  <a:cubicBezTo>
                    <a:pt x="132047" y="17770"/>
                    <a:pt x="137171" y="17711"/>
                    <a:pt x="142455" y="17592"/>
                  </a:cubicBezTo>
                  <a:lnTo>
                    <a:pt x="142800" y="17592"/>
                  </a:lnTo>
                  <a:lnTo>
                    <a:pt x="143897" y="17608"/>
                  </a:lnTo>
                  <a:cubicBezTo>
                    <a:pt x="149160" y="17720"/>
                    <a:pt x="154266" y="17776"/>
                    <a:pt x="159213" y="17776"/>
                  </a:cubicBezTo>
                  <a:cubicBezTo>
                    <a:pt x="160495" y="17776"/>
                    <a:pt x="161767" y="17772"/>
                    <a:pt x="163029" y="17764"/>
                  </a:cubicBezTo>
                  <a:lnTo>
                    <a:pt x="164476" y="17764"/>
                  </a:lnTo>
                  <a:cubicBezTo>
                    <a:pt x="170529" y="17712"/>
                    <a:pt x="176343" y="17592"/>
                    <a:pt x="181910" y="17393"/>
                  </a:cubicBezTo>
                  <a:lnTo>
                    <a:pt x="183347" y="17336"/>
                  </a:lnTo>
                  <a:cubicBezTo>
                    <a:pt x="187092" y="17195"/>
                    <a:pt x="190722" y="17028"/>
                    <a:pt x="194242" y="16824"/>
                  </a:cubicBezTo>
                  <a:lnTo>
                    <a:pt x="195684" y="16746"/>
                  </a:lnTo>
                  <a:cubicBezTo>
                    <a:pt x="200061" y="16485"/>
                    <a:pt x="204270" y="16187"/>
                    <a:pt x="208313" y="15853"/>
                  </a:cubicBezTo>
                  <a:lnTo>
                    <a:pt x="209661" y="15738"/>
                  </a:lnTo>
                  <a:cubicBezTo>
                    <a:pt x="214482" y="15325"/>
                    <a:pt x="219057" y="14871"/>
                    <a:pt x="223392" y="14364"/>
                  </a:cubicBezTo>
                  <a:lnTo>
                    <a:pt x="224750" y="14207"/>
                  </a:lnTo>
                  <a:cubicBezTo>
                    <a:pt x="229973" y="13591"/>
                    <a:pt x="234852" y="12923"/>
                    <a:pt x="239375" y="12223"/>
                  </a:cubicBezTo>
                  <a:lnTo>
                    <a:pt x="240728" y="12014"/>
                  </a:lnTo>
                  <a:cubicBezTo>
                    <a:pt x="247183" y="10990"/>
                    <a:pt x="252918" y="9909"/>
                    <a:pt x="257938" y="8849"/>
                  </a:cubicBezTo>
                  <a:lnTo>
                    <a:pt x="259562" y="8493"/>
                  </a:lnTo>
                  <a:cubicBezTo>
                    <a:pt x="266671" y="6942"/>
                    <a:pt x="272270" y="5433"/>
                    <a:pt x="276422" y="4179"/>
                  </a:cubicBezTo>
                  <a:lnTo>
                    <a:pt x="278203" y="3631"/>
                  </a:lnTo>
                  <a:cubicBezTo>
                    <a:pt x="283186" y="2064"/>
                    <a:pt x="285599" y="1019"/>
                    <a:pt x="285599" y="1019"/>
                  </a:cubicBezTo>
                  <a:lnTo>
                    <a:pt x="285599" y="1"/>
                  </a:lnTo>
                  <a:cubicBezTo>
                    <a:pt x="285599" y="1"/>
                    <a:pt x="283186" y="1045"/>
                    <a:pt x="278203" y="2612"/>
                  </a:cubicBezTo>
                  <a:lnTo>
                    <a:pt x="276422" y="3161"/>
                  </a:lnTo>
                  <a:cubicBezTo>
                    <a:pt x="272270" y="4414"/>
                    <a:pt x="266671" y="5929"/>
                    <a:pt x="259562" y="7485"/>
                  </a:cubicBezTo>
                  <a:lnTo>
                    <a:pt x="257938" y="7830"/>
                  </a:lnTo>
                  <a:cubicBezTo>
                    <a:pt x="252918" y="8901"/>
                    <a:pt x="247183" y="9977"/>
                    <a:pt x="240728" y="10995"/>
                  </a:cubicBezTo>
                  <a:lnTo>
                    <a:pt x="239375" y="11209"/>
                  </a:lnTo>
                  <a:cubicBezTo>
                    <a:pt x="234846" y="11914"/>
                    <a:pt x="229973" y="12578"/>
                    <a:pt x="224750" y="13194"/>
                  </a:cubicBezTo>
                  <a:lnTo>
                    <a:pt x="223392" y="13351"/>
                  </a:lnTo>
                  <a:cubicBezTo>
                    <a:pt x="219057" y="13857"/>
                    <a:pt x="214482" y="14312"/>
                    <a:pt x="209661" y="14724"/>
                  </a:cubicBezTo>
                  <a:lnTo>
                    <a:pt x="208313" y="14834"/>
                  </a:lnTo>
                  <a:cubicBezTo>
                    <a:pt x="204276" y="15174"/>
                    <a:pt x="200066" y="15471"/>
                    <a:pt x="195684" y="15727"/>
                  </a:cubicBezTo>
                  <a:lnTo>
                    <a:pt x="194242" y="15816"/>
                  </a:lnTo>
                  <a:cubicBezTo>
                    <a:pt x="190722" y="16009"/>
                    <a:pt x="187086" y="16182"/>
                    <a:pt x="183347" y="16323"/>
                  </a:cubicBezTo>
                  <a:lnTo>
                    <a:pt x="181910" y="16375"/>
                  </a:lnTo>
                  <a:cubicBezTo>
                    <a:pt x="176343" y="16573"/>
                    <a:pt x="170529" y="16699"/>
                    <a:pt x="164476" y="16746"/>
                  </a:cubicBezTo>
                  <a:lnTo>
                    <a:pt x="163029" y="16746"/>
                  </a:lnTo>
                  <a:cubicBezTo>
                    <a:pt x="161650" y="16755"/>
                    <a:pt x="160259" y="16760"/>
                    <a:pt x="158855" y="16760"/>
                  </a:cubicBezTo>
                  <a:cubicBezTo>
                    <a:pt x="154019" y="16760"/>
                    <a:pt x="149033" y="16705"/>
                    <a:pt x="143897" y="16600"/>
                  </a:cubicBezTo>
                  <a:lnTo>
                    <a:pt x="142800" y="16573"/>
                  </a:lnTo>
                  <a:lnTo>
                    <a:pt x="142455" y="16584"/>
                  </a:lnTo>
                  <a:cubicBezTo>
                    <a:pt x="137024" y="16706"/>
                    <a:pt x="131766" y="16766"/>
                    <a:pt x="126670" y="16766"/>
                  </a:cubicBezTo>
                  <a:cubicBezTo>
                    <a:pt x="125890" y="16766"/>
                    <a:pt x="125114" y="16764"/>
                    <a:pt x="124341" y="16761"/>
                  </a:cubicBezTo>
                  <a:lnTo>
                    <a:pt x="122900" y="16761"/>
                  </a:lnTo>
                  <a:cubicBezTo>
                    <a:pt x="116737" y="16720"/>
                    <a:pt x="110824" y="16610"/>
                    <a:pt x="105167" y="16427"/>
                  </a:cubicBezTo>
                  <a:lnTo>
                    <a:pt x="103726" y="16375"/>
                  </a:lnTo>
                  <a:cubicBezTo>
                    <a:pt x="100179" y="16250"/>
                    <a:pt x="96737" y="16098"/>
                    <a:pt x="93389" y="15926"/>
                  </a:cubicBezTo>
                  <a:lnTo>
                    <a:pt x="91948" y="15847"/>
                  </a:lnTo>
                  <a:cubicBezTo>
                    <a:pt x="87440" y="15597"/>
                    <a:pt x="83116" y="15304"/>
                    <a:pt x="78963" y="14970"/>
                  </a:cubicBezTo>
                  <a:lnTo>
                    <a:pt x="77605" y="14860"/>
                  </a:lnTo>
                  <a:cubicBezTo>
                    <a:pt x="72784" y="14469"/>
                    <a:pt x="68209" y="14019"/>
                    <a:pt x="63869" y="13544"/>
                  </a:cubicBezTo>
                  <a:lnTo>
                    <a:pt x="62516" y="13382"/>
                  </a:lnTo>
                  <a:cubicBezTo>
                    <a:pt x="57298" y="12787"/>
                    <a:pt x="52414" y="12144"/>
                    <a:pt x="47875" y="11460"/>
                  </a:cubicBezTo>
                  <a:lnTo>
                    <a:pt x="46523" y="11256"/>
                  </a:lnTo>
                  <a:cubicBezTo>
                    <a:pt x="41216" y="10442"/>
                    <a:pt x="36379" y="9585"/>
                    <a:pt x="32013" y="8723"/>
                  </a:cubicBezTo>
                  <a:lnTo>
                    <a:pt x="30389" y="8399"/>
                  </a:lnTo>
                  <a:cubicBezTo>
                    <a:pt x="23269" y="6953"/>
                    <a:pt x="17456" y="5511"/>
                    <a:pt x="12891" y="4237"/>
                  </a:cubicBezTo>
                  <a:lnTo>
                    <a:pt x="11105" y="3730"/>
                  </a:lnTo>
                  <a:cubicBezTo>
                    <a:pt x="3610" y="156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5" name="Google Shape;1070;p18">
              <a:extLst>
                <a:ext uri="{FF2B5EF4-FFF2-40B4-BE49-F238E27FC236}">
                  <a16:creationId xmlns:a16="http://schemas.microsoft.com/office/drawing/2014/main" id="{EE5A2AB1-4B3B-A1AD-FD27-8845BDFD2B16}"/>
                </a:ext>
              </a:extLst>
            </p:cNvPr>
            <p:cNvSpPr/>
            <p:nvPr userDrawn="1"/>
          </p:nvSpPr>
          <p:spPr>
            <a:xfrm>
              <a:off x="-48" y="4539092"/>
              <a:ext cx="9139882" cy="190927"/>
            </a:xfrm>
            <a:custGeom>
              <a:avLst/>
              <a:gdLst/>
              <a:ahLst/>
              <a:cxnLst/>
              <a:rect l="l" t="t" r="r" b="b"/>
              <a:pathLst>
                <a:path w="285599" h="5966" extrusionOk="0">
                  <a:moveTo>
                    <a:pt x="0" y="0"/>
                  </a:moveTo>
                  <a:cubicBezTo>
                    <a:pt x="0" y="0"/>
                    <a:pt x="192074" y="5965"/>
                    <a:pt x="285599" y="0"/>
                  </a:cubicBezTo>
                  <a:lnTo>
                    <a:pt x="285599" y="5056"/>
                  </a:lnTo>
                  <a:lnTo>
                    <a:pt x="0" y="5056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6" name="Google Shape;1071;p18">
              <a:extLst>
                <a:ext uri="{FF2B5EF4-FFF2-40B4-BE49-F238E27FC236}">
                  <a16:creationId xmlns:a16="http://schemas.microsoft.com/office/drawing/2014/main" id="{08E6A85F-92C7-1C4A-0C89-8293B3DFDBC4}"/>
                </a:ext>
              </a:extLst>
            </p:cNvPr>
            <p:cNvSpPr/>
            <p:nvPr userDrawn="1"/>
          </p:nvSpPr>
          <p:spPr>
            <a:xfrm>
              <a:off x="5695821" y="3057953"/>
              <a:ext cx="317945" cy="1565562"/>
            </a:xfrm>
            <a:custGeom>
              <a:avLst/>
              <a:gdLst/>
              <a:ahLst/>
              <a:cxnLst/>
              <a:rect l="l" t="t" r="r" b="b"/>
              <a:pathLst>
                <a:path w="9935" h="48920" extrusionOk="0">
                  <a:moveTo>
                    <a:pt x="9934" y="1"/>
                  </a:moveTo>
                  <a:lnTo>
                    <a:pt x="6320" y="152"/>
                  </a:lnTo>
                  <a:lnTo>
                    <a:pt x="0" y="48920"/>
                  </a:lnTo>
                  <a:lnTo>
                    <a:pt x="3599" y="48915"/>
                  </a:lnTo>
                  <a:lnTo>
                    <a:pt x="993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7" name="Google Shape;1072;p18">
              <a:extLst>
                <a:ext uri="{FF2B5EF4-FFF2-40B4-BE49-F238E27FC236}">
                  <a16:creationId xmlns:a16="http://schemas.microsoft.com/office/drawing/2014/main" id="{DCE87711-E4C1-A5A3-1E74-0C67C1929C3E}"/>
                </a:ext>
              </a:extLst>
            </p:cNvPr>
            <p:cNvSpPr/>
            <p:nvPr userDrawn="1"/>
          </p:nvSpPr>
          <p:spPr>
            <a:xfrm>
              <a:off x="6920525" y="2936759"/>
              <a:ext cx="486438" cy="1677411"/>
            </a:xfrm>
            <a:custGeom>
              <a:avLst/>
              <a:gdLst/>
              <a:ahLst/>
              <a:cxnLst/>
              <a:rect l="l" t="t" r="r" b="b"/>
              <a:pathLst>
                <a:path w="15200" h="52415" extrusionOk="0">
                  <a:moveTo>
                    <a:pt x="15200" y="1"/>
                  </a:moveTo>
                  <a:lnTo>
                    <a:pt x="11444" y="481"/>
                  </a:lnTo>
                  <a:lnTo>
                    <a:pt x="1" y="52415"/>
                  </a:lnTo>
                  <a:lnTo>
                    <a:pt x="3641" y="52415"/>
                  </a:lnTo>
                  <a:lnTo>
                    <a:pt x="1520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8" name="Google Shape;1073;p18">
              <a:extLst>
                <a:ext uri="{FF2B5EF4-FFF2-40B4-BE49-F238E27FC236}">
                  <a16:creationId xmlns:a16="http://schemas.microsoft.com/office/drawing/2014/main" id="{8FBA84FC-72D3-F0B0-520A-493143B739B8}"/>
                </a:ext>
              </a:extLst>
            </p:cNvPr>
            <p:cNvSpPr/>
            <p:nvPr userDrawn="1"/>
          </p:nvSpPr>
          <p:spPr>
            <a:xfrm>
              <a:off x="8328968" y="2676134"/>
              <a:ext cx="635026" cy="1975418"/>
            </a:xfrm>
            <a:custGeom>
              <a:avLst/>
              <a:gdLst/>
              <a:ahLst/>
              <a:cxnLst/>
              <a:rect l="l" t="t" r="r" b="b"/>
              <a:pathLst>
                <a:path w="19843" h="61727" extrusionOk="0">
                  <a:moveTo>
                    <a:pt x="19843" y="1"/>
                  </a:moveTo>
                  <a:lnTo>
                    <a:pt x="15832" y="1264"/>
                  </a:lnTo>
                  <a:lnTo>
                    <a:pt x="0" y="61727"/>
                  </a:lnTo>
                  <a:lnTo>
                    <a:pt x="0" y="61727"/>
                  </a:lnTo>
                  <a:lnTo>
                    <a:pt x="3714" y="61591"/>
                  </a:lnTo>
                  <a:lnTo>
                    <a:pt x="19843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9" name="Google Shape;1074;p18">
              <a:extLst>
                <a:ext uri="{FF2B5EF4-FFF2-40B4-BE49-F238E27FC236}">
                  <a16:creationId xmlns:a16="http://schemas.microsoft.com/office/drawing/2014/main" id="{11891610-D4E7-54B8-9E1F-C4FFD33817DC}"/>
                </a:ext>
              </a:extLst>
            </p:cNvPr>
            <p:cNvSpPr/>
            <p:nvPr userDrawn="1"/>
          </p:nvSpPr>
          <p:spPr>
            <a:xfrm>
              <a:off x="3127845" y="3057953"/>
              <a:ext cx="315961" cy="1552697"/>
            </a:xfrm>
            <a:custGeom>
              <a:avLst/>
              <a:gdLst/>
              <a:ahLst/>
              <a:cxnLst/>
              <a:rect l="l" t="t" r="r" b="b"/>
              <a:pathLst>
                <a:path w="9873" h="48518" extrusionOk="0">
                  <a:moveTo>
                    <a:pt x="1" y="1"/>
                  </a:moveTo>
                  <a:lnTo>
                    <a:pt x="6279" y="48471"/>
                  </a:lnTo>
                  <a:lnTo>
                    <a:pt x="9872" y="48518"/>
                  </a:lnTo>
                  <a:lnTo>
                    <a:pt x="3610" y="1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0" name="Google Shape;1075;p18">
              <a:extLst>
                <a:ext uri="{FF2B5EF4-FFF2-40B4-BE49-F238E27FC236}">
                  <a16:creationId xmlns:a16="http://schemas.microsoft.com/office/drawing/2014/main" id="{E27E0E8C-6634-7C89-4289-67628D173585}"/>
                </a:ext>
              </a:extLst>
            </p:cNvPr>
            <p:cNvSpPr/>
            <p:nvPr userDrawn="1"/>
          </p:nvSpPr>
          <p:spPr>
            <a:xfrm>
              <a:off x="1732952" y="2936759"/>
              <a:ext cx="481126" cy="1653185"/>
            </a:xfrm>
            <a:custGeom>
              <a:avLst/>
              <a:gdLst/>
              <a:ahLst/>
              <a:cxnLst/>
              <a:rect l="l" t="t" r="r" b="b"/>
              <a:pathLst>
                <a:path w="15034" h="51658" extrusionOk="0">
                  <a:moveTo>
                    <a:pt x="1" y="1"/>
                  </a:moveTo>
                  <a:lnTo>
                    <a:pt x="11387" y="51657"/>
                  </a:lnTo>
                  <a:lnTo>
                    <a:pt x="15033" y="51657"/>
                  </a:lnTo>
                  <a:lnTo>
                    <a:pt x="3751" y="4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1" name="Google Shape;1076;p18">
              <a:extLst>
                <a:ext uri="{FF2B5EF4-FFF2-40B4-BE49-F238E27FC236}">
                  <a16:creationId xmlns:a16="http://schemas.microsoft.com/office/drawing/2014/main" id="{CCD7E8B9-FEDA-5BF7-DC18-CADA0A96B101}"/>
                </a:ext>
              </a:extLst>
            </p:cNvPr>
            <p:cNvSpPr/>
            <p:nvPr userDrawn="1"/>
          </p:nvSpPr>
          <p:spPr>
            <a:xfrm>
              <a:off x="182975" y="2607645"/>
              <a:ext cx="622673" cy="1953209"/>
            </a:xfrm>
            <a:custGeom>
              <a:avLst/>
              <a:gdLst/>
              <a:ahLst/>
              <a:cxnLst/>
              <a:rect l="l" t="t" r="r" b="b"/>
              <a:pathLst>
                <a:path w="19457" h="61033" extrusionOk="0">
                  <a:moveTo>
                    <a:pt x="0" y="1"/>
                  </a:moveTo>
                  <a:lnTo>
                    <a:pt x="15764" y="60944"/>
                  </a:lnTo>
                  <a:lnTo>
                    <a:pt x="19456" y="61032"/>
                  </a:lnTo>
                  <a:lnTo>
                    <a:pt x="3834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2" name="Google Shape;1077;p18">
              <a:extLst>
                <a:ext uri="{FF2B5EF4-FFF2-40B4-BE49-F238E27FC236}">
                  <a16:creationId xmlns:a16="http://schemas.microsoft.com/office/drawing/2014/main" id="{C3084C6F-824A-568A-9E46-C4B2BE08F77B}"/>
                </a:ext>
              </a:extLst>
            </p:cNvPr>
            <p:cNvSpPr/>
            <p:nvPr userDrawn="1"/>
          </p:nvSpPr>
          <p:spPr>
            <a:xfrm>
              <a:off x="4512881" y="3072002"/>
              <a:ext cx="114025" cy="1549529"/>
            </a:xfrm>
            <a:custGeom>
              <a:avLst/>
              <a:gdLst/>
              <a:ahLst/>
              <a:cxnLst/>
              <a:rect l="l" t="t" r="r" b="b"/>
              <a:pathLst>
                <a:path w="3563" h="48419" extrusionOk="0">
                  <a:moveTo>
                    <a:pt x="1828" y="0"/>
                  </a:moveTo>
                  <a:lnTo>
                    <a:pt x="0" y="32"/>
                  </a:lnTo>
                  <a:lnTo>
                    <a:pt x="0" y="48397"/>
                  </a:lnTo>
                  <a:lnTo>
                    <a:pt x="3562" y="48418"/>
                  </a:lnTo>
                  <a:lnTo>
                    <a:pt x="3562" y="32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3" name="Google Shape;1078;p18">
              <a:extLst>
                <a:ext uri="{FF2B5EF4-FFF2-40B4-BE49-F238E27FC236}">
                  <a16:creationId xmlns:a16="http://schemas.microsoft.com/office/drawing/2014/main" id="{B18D3E99-3739-F59D-B027-0B0C0E6BCDCF}"/>
                </a:ext>
              </a:extLst>
            </p:cNvPr>
            <p:cNvSpPr/>
            <p:nvPr userDrawn="1"/>
          </p:nvSpPr>
          <p:spPr>
            <a:xfrm>
              <a:off x="-48" y="3568424"/>
              <a:ext cx="9139882" cy="378814"/>
            </a:xfrm>
            <a:custGeom>
              <a:avLst/>
              <a:gdLst/>
              <a:ahLst/>
              <a:cxnLst/>
              <a:rect l="l" t="t" r="r" b="b"/>
              <a:pathLst>
                <a:path w="285599" h="11837" extrusionOk="0">
                  <a:moveTo>
                    <a:pt x="76012" y="8760"/>
                  </a:moveTo>
                  <a:cubicBezTo>
                    <a:pt x="76012" y="8760"/>
                    <a:pt x="28993" y="7360"/>
                    <a:pt x="0" y="1"/>
                  </a:cubicBezTo>
                  <a:lnTo>
                    <a:pt x="0" y="3526"/>
                  </a:lnTo>
                  <a:cubicBezTo>
                    <a:pt x="28993" y="10891"/>
                    <a:pt x="76012" y="11836"/>
                    <a:pt x="76012" y="11836"/>
                  </a:cubicBezTo>
                  <a:lnTo>
                    <a:pt x="209592" y="11836"/>
                  </a:lnTo>
                  <a:cubicBezTo>
                    <a:pt x="209592" y="11836"/>
                    <a:pt x="256610" y="10891"/>
                    <a:pt x="285599" y="3526"/>
                  </a:cubicBezTo>
                  <a:lnTo>
                    <a:pt x="285599" y="1"/>
                  </a:lnTo>
                  <a:cubicBezTo>
                    <a:pt x="256610" y="7360"/>
                    <a:pt x="209592" y="8760"/>
                    <a:pt x="209592" y="8760"/>
                  </a:cubicBez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4" name="Google Shape;1079;p18">
              <a:extLst>
                <a:ext uri="{FF2B5EF4-FFF2-40B4-BE49-F238E27FC236}">
                  <a16:creationId xmlns:a16="http://schemas.microsoft.com/office/drawing/2014/main" id="{A52751E3-A4FC-2D8F-3EEA-BD819B5B218A}"/>
                </a:ext>
              </a:extLst>
            </p:cNvPr>
            <p:cNvSpPr/>
            <p:nvPr userDrawn="1"/>
          </p:nvSpPr>
          <p:spPr>
            <a:xfrm>
              <a:off x="-48" y="3404124"/>
              <a:ext cx="9139882" cy="444675"/>
            </a:xfrm>
            <a:custGeom>
              <a:avLst/>
              <a:gdLst/>
              <a:ahLst/>
              <a:cxnLst/>
              <a:rect l="l" t="t" r="r" b="b"/>
              <a:pathLst>
                <a:path w="285599" h="13895" extrusionOk="0">
                  <a:moveTo>
                    <a:pt x="187854" y="10567"/>
                  </a:moveTo>
                  <a:lnTo>
                    <a:pt x="97750" y="10567"/>
                  </a:lnTo>
                  <a:cubicBezTo>
                    <a:pt x="32885" y="10212"/>
                    <a:pt x="0" y="1"/>
                    <a:pt x="0" y="1"/>
                  </a:cubicBezTo>
                  <a:lnTo>
                    <a:pt x="0" y="5135"/>
                  </a:lnTo>
                  <a:cubicBezTo>
                    <a:pt x="28993" y="12494"/>
                    <a:pt x="76012" y="13894"/>
                    <a:pt x="76012" y="13894"/>
                  </a:cubicBezTo>
                  <a:lnTo>
                    <a:pt x="209592" y="13894"/>
                  </a:lnTo>
                  <a:cubicBezTo>
                    <a:pt x="209592" y="13894"/>
                    <a:pt x="256610" y="12494"/>
                    <a:pt x="285599" y="5135"/>
                  </a:cubicBezTo>
                  <a:lnTo>
                    <a:pt x="285599" y="1"/>
                  </a:lnTo>
                  <a:cubicBezTo>
                    <a:pt x="285599" y="1"/>
                    <a:pt x="252714" y="10212"/>
                    <a:pt x="187854" y="10567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5" name="Google Shape;1080;p18">
              <a:extLst>
                <a:ext uri="{FF2B5EF4-FFF2-40B4-BE49-F238E27FC236}">
                  <a16:creationId xmlns:a16="http://schemas.microsoft.com/office/drawing/2014/main" id="{E1C3BFCC-F2CC-4C96-3EB9-A1AE97E87F2F}"/>
                </a:ext>
              </a:extLst>
            </p:cNvPr>
            <p:cNvSpPr/>
            <p:nvPr userDrawn="1"/>
          </p:nvSpPr>
          <p:spPr>
            <a:xfrm>
              <a:off x="355628" y="1879365"/>
              <a:ext cx="344859" cy="797694"/>
            </a:xfrm>
            <a:custGeom>
              <a:avLst/>
              <a:gdLst/>
              <a:ahLst/>
              <a:cxnLst/>
              <a:rect l="l" t="t" r="r" b="b"/>
              <a:pathLst>
                <a:path w="10776" h="24926" extrusionOk="0">
                  <a:moveTo>
                    <a:pt x="7041" y="4660"/>
                  </a:moveTo>
                  <a:lnTo>
                    <a:pt x="664" y="19942"/>
                  </a:lnTo>
                  <a:lnTo>
                    <a:pt x="1" y="24419"/>
                  </a:lnTo>
                  <a:lnTo>
                    <a:pt x="1782" y="24925"/>
                  </a:lnTo>
                  <a:lnTo>
                    <a:pt x="2419" y="20658"/>
                  </a:lnTo>
                  <a:lnTo>
                    <a:pt x="2419" y="20658"/>
                  </a:lnTo>
                  <a:lnTo>
                    <a:pt x="8838" y="5380"/>
                  </a:lnTo>
                  <a:lnTo>
                    <a:pt x="10776" y="758"/>
                  </a:lnTo>
                  <a:lnTo>
                    <a:pt x="8990" y="1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6" name="Google Shape;1081;p18">
              <a:extLst>
                <a:ext uri="{FF2B5EF4-FFF2-40B4-BE49-F238E27FC236}">
                  <a16:creationId xmlns:a16="http://schemas.microsoft.com/office/drawing/2014/main" id="{A090DE55-B447-5452-1096-7DBDDDA4C7B6}"/>
                </a:ext>
              </a:extLst>
            </p:cNvPr>
            <p:cNvSpPr/>
            <p:nvPr userDrawn="1"/>
          </p:nvSpPr>
          <p:spPr>
            <a:xfrm>
              <a:off x="972412" y="2113559"/>
              <a:ext cx="238899" cy="707063"/>
            </a:xfrm>
            <a:custGeom>
              <a:avLst/>
              <a:gdLst/>
              <a:ahLst/>
              <a:cxnLst/>
              <a:rect l="l" t="t" r="r" b="b"/>
              <a:pathLst>
                <a:path w="7465" h="22094" extrusionOk="0">
                  <a:moveTo>
                    <a:pt x="4702" y="4158"/>
                  </a:moveTo>
                  <a:lnTo>
                    <a:pt x="450" y="18777"/>
                  </a:lnTo>
                  <a:lnTo>
                    <a:pt x="1" y="21765"/>
                  </a:lnTo>
                  <a:lnTo>
                    <a:pt x="1625" y="22094"/>
                  </a:lnTo>
                  <a:lnTo>
                    <a:pt x="2101" y="19200"/>
                  </a:lnTo>
                  <a:lnTo>
                    <a:pt x="6269" y="4858"/>
                  </a:lnTo>
                  <a:lnTo>
                    <a:pt x="7465" y="726"/>
                  </a:lnTo>
                  <a:lnTo>
                    <a:pt x="5908" y="0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7" name="Google Shape;1082;p18">
              <a:extLst>
                <a:ext uri="{FF2B5EF4-FFF2-40B4-BE49-F238E27FC236}">
                  <a16:creationId xmlns:a16="http://schemas.microsoft.com/office/drawing/2014/main" id="{35E67DCC-C37D-364E-0A8A-CC61B66CC22B}"/>
                </a:ext>
              </a:extLst>
            </p:cNvPr>
            <p:cNvSpPr/>
            <p:nvPr userDrawn="1"/>
          </p:nvSpPr>
          <p:spPr>
            <a:xfrm>
              <a:off x="1489093" y="2301413"/>
              <a:ext cx="152140" cy="606959"/>
            </a:xfrm>
            <a:custGeom>
              <a:avLst/>
              <a:gdLst/>
              <a:ahLst/>
              <a:cxnLst/>
              <a:rect l="l" t="t" r="r" b="b"/>
              <a:pathLst>
                <a:path w="4754" h="18966" extrusionOk="0">
                  <a:moveTo>
                    <a:pt x="3427" y="1"/>
                  </a:moveTo>
                  <a:lnTo>
                    <a:pt x="2774" y="3375"/>
                  </a:lnTo>
                  <a:lnTo>
                    <a:pt x="115" y="17007"/>
                  </a:lnTo>
                  <a:lnTo>
                    <a:pt x="1" y="18757"/>
                  </a:lnTo>
                  <a:lnTo>
                    <a:pt x="1353" y="18966"/>
                  </a:lnTo>
                  <a:lnTo>
                    <a:pt x="1484" y="17195"/>
                  </a:lnTo>
                  <a:lnTo>
                    <a:pt x="1484" y="17164"/>
                  </a:lnTo>
                  <a:lnTo>
                    <a:pt x="4106" y="3720"/>
                  </a:lnTo>
                  <a:lnTo>
                    <a:pt x="4754" y="419"/>
                  </a:lnTo>
                  <a:lnTo>
                    <a:pt x="4043" y="257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8" name="Google Shape;1083;p18">
              <a:extLst>
                <a:ext uri="{FF2B5EF4-FFF2-40B4-BE49-F238E27FC236}">
                  <a16:creationId xmlns:a16="http://schemas.microsoft.com/office/drawing/2014/main" id="{6C0D1228-D328-27A8-F9A8-7949A031B8C2}"/>
                </a:ext>
              </a:extLst>
            </p:cNvPr>
            <p:cNvSpPr/>
            <p:nvPr userDrawn="1"/>
          </p:nvSpPr>
          <p:spPr>
            <a:xfrm>
              <a:off x="2000589" y="2409902"/>
              <a:ext cx="100648" cy="564844"/>
            </a:xfrm>
            <a:custGeom>
              <a:avLst/>
              <a:gdLst/>
              <a:ahLst/>
              <a:cxnLst/>
              <a:rect l="l" t="t" r="r" b="b"/>
              <a:pathLst>
                <a:path w="3145" h="17650" extrusionOk="0">
                  <a:moveTo>
                    <a:pt x="1813" y="1"/>
                  </a:moveTo>
                  <a:lnTo>
                    <a:pt x="1468" y="3171"/>
                  </a:lnTo>
                  <a:lnTo>
                    <a:pt x="73" y="16103"/>
                  </a:lnTo>
                  <a:lnTo>
                    <a:pt x="73" y="16156"/>
                  </a:lnTo>
                  <a:lnTo>
                    <a:pt x="0" y="17503"/>
                  </a:lnTo>
                  <a:lnTo>
                    <a:pt x="1358" y="17650"/>
                  </a:lnTo>
                  <a:lnTo>
                    <a:pt x="1437" y="16344"/>
                  </a:lnTo>
                  <a:lnTo>
                    <a:pt x="1437" y="16260"/>
                  </a:lnTo>
                  <a:lnTo>
                    <a:pt x="2795" y="3521"/>
                  </a:lnTo>
                  <a:lnTo>
                    <a:pt x="3144" y="267"/>
                  </a:lnTo>
                  <a:lnTo>
                    <a:pt x="2565" y="168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9" name="Google Shape;1084;p18">
              <a:extLst>
                <a:ext uri="{FF2B5EF4-FFF2-40B4-BE49-F238E27FC236}">
                  <a16:creationId xmlns:a16="http://schemas.microsoft.com/office/drawing/2014/main" id="{07E40FA4-BF49-71DE-E036-0D2BC78FC8FD}"/>
                </a:ext>
              </a:extLst>
            </p:cNvPr>
            <p:cNvSpPr/>
            <p:nvPr userDrawn="1"/>
          </p:nvSpPr>
          <p:spPr>
            <a:xfrm>
              <a:off x="2483314" y="2485972"/>
              <a:ext cx="67557" cy="534922"/>
            </a:xfrm>
            <a:custGeom>
              <a:avLst/>
              <a:gdLst/>
              <a:ahLst/>
              <a:cxnLst/>
              <a:rect l="l" t="t" r="r" b="b"/>
              <a:pathLst>
                <a:path w="2111" h="16715" extrusionOk="0">
                  <a:moveTo>
                    <a:pt x="617" y="0"/>
                  </a:moveTo>
                  <a:lnTo>
                    <a:pt x="507" y="3061"/>
                  </a:lnTo>
                  <a:lnTo>
                    <a:pt x="53" y="15236"/>
                  </a:lnTo>
                  <a:lnTo>
                    <a:pt x="0" y="16599"/>
                  </a:lnTo>
                  <a:lnTo>
                    <a:pt x="1358" y="16714"/>
                  </a:lnTo>
                  <a:lnTo>
                    <a:pt x="1421" y="15450"/>
                  </a:lnTo>
                  <a:lnTo>
                    <a:pt x="1975" y="3218"/>
                  </a:lnTo>
                  <a:lnTo>
                    <a:pt x="2111" y="136"/>
                  </a:lnTo>
                  <a:lnTo>
                    <a:pt x="794" y="26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0" name="Google Shape;1085;p18">
              <a:extLst>
                <a:ext uri="{FF2B5EF4-FFF2-40B4-BE49-F238E27FC236}">
                  <a16:creationId xmlns:a16="http://schemas.microsoft.com/office/drawing/2014/main" id="{AB05A552-20FA-F445-05B9-65E418D1BA96}"/>
                </a:ext>
              </a:extLst>
            </p:cNvPr>
            <p:cNvSpPr/>
            <p:nvPr userDrawn="1"/>
          </p:nvSpPr>
          <p:spPr>
            <a:xfrm>
              <a:off x="2942486" y="2523063"/>
              <a:ext cx="46340" cy="528233"/>
            </a:xfrm>
            <a:custGeom>
              <a:avLst/>
              <a:gdLst/>
              <a:ahLst/>
              <a:cxnLst/>
              <a:rect l="l" t="t" r="r" b="b"/>
              <a:pathLst>
                <a:path w="1448" h="16506" extrusionOk="0">
                  <a:moveTo>
                    <a:pt x="0" y="3370"/>
                  </a:moveTo>
                  <a:lnTo>
                    <a:pt x="0" y="16427"/>
                  </a:lnTo>
                  <a:lnTo>
                    <a:pt x="1447" y="16506"/>
                  </a:lnTo>
                  <a:lnTo>
                    <a:pt x="1447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1" name="Google Shape;1086;p18">
              <a:extLst>
                <a:ext uri="{FF2B5EF4-FFF2-40B4-BE49-F238E27FC236}">
                  <a16:creationId xmlns:a16="http://schemas.microsoft.com/office/drawing/2014/main" id="{4C7A8DF7-7D26-E92C-FE16-A3035FE33B38}"/>
                </a:ext>
              </a:extLst>
            </p:cNvPr>
            <p:cNvSpPr/>
            <p:nvPr userDrawn="1"/>
          </p:nvSpPr>
          <p:spPr>
            <a:xfrm>
              <a:off x="3429052" y="2523063"/>
              <a:ext cx="46180" cy="546795"/>
            </a:xfrm>
            <a:custGeom>
              <a:avLst/>
              <a:gdLst/>
              <a:ahLst/>
              <a:cxnLst/>
              <a:rect l="l" t="t" r="r" b="b"/>
              <a:pathLst>
                <a:path w="1443" h="17086" extrusionOk="0">
                  <a:moveTo>
                    <a:pt x="1" y="3965"/>
                  </a:moveTo>
                  <a:lnTo>
                    <a:pt x="1" y="17044"/>
                  </a:lnTo>
                  <a:lnTo>
                    <a:pt x="1442" y="17085"/>
                  </a:lnTo>
                  <a:lnTo>
                    <a:pt x="144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2" name="Google Shape;1087;p18">
              <a:extLst>
                <a:ext uri="{FF2B5EF4-FFF2-40B4-BE49-F238E27FC236}">
                  <a16:creationId xmlns:a16="http://schemas.microsoft.com/office/drawing/2014/main" id="{E33093C6-72A9-2EA7-3277-D844F2EF04E5}"/>
                </a:ext>
              </a:extLst>
            </p:cNvPr>
            <p:cNvSpPr/>
            <p:nvPr userDrawn="1"/>
          </p:nvSpPr>
          <p:spPr>
            <a:xfrm>
              <a:off x="8558618" y="1918763"/>
              <a:ext cx="344539" cy="794686"/>
            </a:xfrm>
            <a:custGeom>
              <a:avLst/>
              <a:gdLst/>
              <a:ahLst/>
              <a:cxnLst/>
              <a:rect l="l" t="t" r="r" b="b"/>
              <a:pathLst>
                <a:path w="10766" h="24832" extrusionOk="0">
                  <a:moveTo>
                    <a:pt x="10128" y="20073"/>
                  </a:moveTo>
                  <a:lnTo>
                    <a:pt x="3903" y="5135"/>
                  </a:lnTo>
                  <a:lnTo>
                    <a:pt x="1761" y="1"/>
                  </a:lnTo>
                  <a:lnTo>
                    <a:pt x="868" y="429"/>
                  </a:lnTo>
                  <a:lnTo>
                    <a:pt x="1" y="821"/>
                  </a:lnTo>
                  <a:lnTo>
                    <a:pt x="2210" y="6096"/>
                  </a:lnTo>
                  <a:lnTo>
                    <a:pt x="8379" y="20778"/>
                  </a:lnTo>
                  <a:lnTo>
                    <a:pt x="8457" y="21295"/>
                  </a:lnTo>
                  <a:lnTo>
                    <a:pt x="8990" y="24831"/>
                  </a:lnTo>
                  <a:lnTo>
                    <a:pt x="10766" y="24283"/>
                  </a:lnTo>
                  <a:lnTo>
                    <a:pt x="10233" y="20757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3" name="Google Shape;1088;p18">
              <a:extLst>
                <a:ext uri="{FF2B5EF4-FFF2-40B4-BE49-F238E27FC236}">
                  <a16:creationId xmlns:a16="http://schemas.microsoft.com/office/drawing/2014/main" id="{2A53B3E0-D17C-755A-CB0E-06BE2ACAF73D}"/>
                </a:ext>
              </a:extLst>
            </p:cNvPr>
            <p:cNvSpPr/>
            <p:nvPr userDrawn="1"/>
          </p:nvSpPr>
          <p:spPr>
            <a:xfrm>
              <a:off x="8041137" y="2154109"/>
              <a:ext cx="265621" cy="708759"/>
            </a:xfrm>
            <a:custGeom>
              <a:avLst/>
              <a:gdLst/>
              <a:ahLst/>
              <a:cxnLst/>
              <a:rect l="l" t="t" r="r" b="b"/>
              <a:pathLst>
                <a:path w="8300" h="22147" extrusionOk="0">
                  <a:moveTo>
                    <a:pt x="1625" y="5621"/>
                  </a:moveTo>
                  <a:lnTo>
                    <a:pt x="6226" y="19650"/>
                  </a:lnTo>
                  <a:lnTo>
                    <a:pt x="6299" y="19880"/>
                  </a:lnTo>
                  <a:lnTo>
                    <a:pt x="6670" y="22147"/>
                  </a:lnTo>
                  <a:lnTo>
                    <a:pt x="8300" y="21792"/>
                  </a:lnTo>
                  <a:lnTo>
                    <a:pt x="7950" y="19457"/>
                  </a:lnTo>
                  <a:lnTo>
                    <a:pt x="7877" y="19227"/>
                  </a:lnTo>
                  <a:lnTo>
                    <a:pt x="3223" y="5036"/>
                  </a:lnTo>
                  <a:lnTo>
                    <a:pt x="1567" y="1"/>
                  </a:lnTo>
                  <a:lnTo>
                    <a:pt x="0" y="706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4" name="Google Shape;1089;p18">
              <a:extLst>
                <a:ext uri="{FF2B5EF4-FFF2-40B4-BE49-F238E27FC236}">
                  <a16:creationId xmlns:a16="http://schemas.microsoft.com/office/drawing/2014/main" id="{51688314-E13E-A155-45B1-068F78134F90}"/>
                </a:ext>
              </a:extLst>
            </p:cNvPr>
            <p:cNvSpPr/>
            <p:nvPr userDrawn="1"/>
          </p:nvSpPr>
          <p:spPr>
            <a:xfrm>
              <a:off x="7553183" y="2305606"/>
              <a:ext cx="150828" cy="594606"/>
            </a:xfrm>
            <a:custGeom>
              <a:avLst/>
              <a:gdLst/>
              <a:ahLst/>
              <a:cxnLst/>
              <a:rect l="l" t="t" r="r" b="b"/>
              <a:pathLst>
                <a:path w="4713" h="18580" extrusionOk="0">
                  <a:moveTo>
                    <a:pt x="1" y="418"/>
                  </a:moveTo>
                  <a:lnTo>
                    <a:pt x="643" y="3735"/>
                  </a:lnTo>
                  <a:lnTo>
                    <a:pt x="3229" y="16986"/>
                  </a:lnTo>
                  <a:lnTo>
                    <a:pt x="3245" y="17033"/>
                  </a:lnTo>
                  <a:lnTo>
                    <a:pt x="3354" y="18579"/>
                  </a:lnTo>
                  <a:lnTo>
                    <a:pt x="4712" y="18365"/>
                  </a:lnTo>
                  <a:lnTo>
                    <a:pt x="4608" y="16876"/>
                  </a:lnTo>
                  <a:lnTo>
                    <a:pt x="4582" y="16751"/>
                  </a:lnTo>
                  <a:lnTo>
                    <a:pt x="1996" y="3474"/>
                  </a:lnTo>
                  <a:lnTo>
                    <a:pt x="1317" y="1"/>
                  </a:lnTo>
                  <a:lnTo>
                    <a:pt x="737" y="256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5" name="Google Shape;1090;p18">
              <a:extLst>
                <a:ext uri="{FF2B5EF4-FFF2-40B4-BE49-F238E27FC236}">
                  <a16:creationId xmlns:a16="http://schemas.microsoft.com/office/drawing/2014/main" id="{6A0E7DBE-12D9-15EB-041B-F1ADCE2D9740}"/>
                </a:ext>
              </a:extLst>
            </p:cNvPr>
            <p:cNvSpPr/>
            <p:nvPr userDrawn="1"/>
          </p:nvSpPr>
          <p:spPr>
            <a:xfrm>
              <a:off x="7092027" y="2410062"/>
              <a:ext cx="100328" cy="558668"/>
            </a:xfrm>
            <a:custGeom>
              <a:avLst/>
              <a:gdLst/>
              <a:ahLst/>
              <a:cxnLst/>
              <a:rect l="l" t="t" r="r" b="b"/>
              <a:pathLst>
                <a:path w="3135" h="17457" extrusionOk="0">
                  <a:moveTo>
                    <a:pt x="0" y="267"/>
                  </a:moveTo>
                  <a:lnTo>
                    <a:pt x="288" y="2926"/>
                  </a:lnTo>
                  <a:lnTo>
                    <a:pt x="1703" y="16161"/>
                  </a:lnTo>
                  <a:lnTo>
                    <a:pt x="1703" y="16255"/>
                  </a:lnTo>
                  <a:lnTo>
                    <a:pt x="1782" y="17456"/>
                  </a:lnTo>
                  <a:lnTo>
                    <a:pt x="3134" y="17300"/>
                  </a:lnTo>
                  <a:lnTo>
                    <a:pt x="3072" y="16098"/>
                  </a:lnTo>
                  <a:lnTo>
                    <a:pt x="3056" y="15942"/>
                  </a:lnTo>
                  <a:lnTo>
                    <a:pt x="1641" y="2738"/>
                  </a:lnTo>
                  <a:lnTo>
                    <a:pt x="1338" y="1"/>
                  </a:lnTo>
                  <a:lnTo>
                    <a:pt x="528" y="179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6" name="Google Shape;1091;p18">
              <a:extLst>
                <a:ext uri="{FF2B5EF4-FFF2-40B4-BE49-F238E27FC236}">
                  <a16:creationId xmlns:a16="http://schemas.microsoft.com/office/drawing/2014/main" id="{17929652-F235-6491-BD15-EC693BBFCB1E}"/>
                </a:ext>
              </a:extLst>
            </p:cNvPr>
            <p:cNvSpPr/>
            <p:nvPr userDrawn="1"/>
          </p:nvSpPr>
          <p:spPr>
            <a:xfrm>
              <a:off x="6642551" y="2485620"/>
              <a:ext cx="67397" cy="530761"/>
            </a:xfrm>
            <a:custGeom>
              <a:avLst/>
              <a:gdLst/>
              <a:ahLst/>
              <a:cxnLst/>
              <a:rect l="l" t="t" r="r" b="b"/>
              <a:pathLst>
                <a:path w="2106" h="16585" extrusionOk="0">
                  <a:moveTo>
                    <a:pt x="1" y="147"/>
                  </a:moveTo>
                  <a:lnTo>
                    <a:pt x="110" y="2665"/>
                  </a:lnTo>
                  <a:lnTo>
                    <a:pt x="695" y="15404"/>
                  </a:lnTo>
                  <a:lnTo>
                    <a:pt x="747" y="16584"/>
                  </a:lnTo>
                  <a:lnTo>
                    <a:pt x="2105" y="16469"/>
                  </a:lnTo>
                  <a:lnTo>
                    <a:pt x="2058" y="15331"/>
                  </a:lnTo>
                  <a:lnTo>
                    <a:pt x="1588" y="2503"/>
                  </a:lnTo>
                  <a:lnTo>
                    <a:pt x="1494" y="1"/>
                  </a:lnTo>
                  <a:lnTo>
                    <a:pt x="1244" y="48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7" name="Google Shape;1092;p18">
              <a:extLst>
                <a:ext uri="{FF2B5EF4-FFF2-40B4-BE49-F238E27FC236}">
                  <a16:creationId xmlns:a16="http://schemas.microsoft.com/office/drawing/2014/main" id="{4CF14195-CF44-022A-5045-90F55885028E}"/>
                </a:ext>
              </a:extLst>
            </p:cNvPr>
            <p:cNvSpPr/>
            <p:nvPr userDrawn="1"/>
          </p:nvSpPr>
          <p:spPr>
            <a:xfrm>
              <a:off x="6216310" y="2521399"/>
              <a:ext cx="46180" cy="526217"/>
            </a:xfrm>
            <a:custGeom>
              <a:avLst/>
              <a:gdLst/>
              <a:ahLst/>
              <a:cxnLst/>
              <a:rect l="l" t="t" r="r" b="b"/>
              <a:pathLst>
                <a:path w="1443" h="16443" extrusionOk="0">
                  <a:moveTo>
                    <a:pt x="1" y="58"/>
                  </a:moveTo>
                  <a:lnTo>
                    <a:pt x="1" y="16443"/>
                  </a:lnTo>
                  <a:lnTo>
                    <a:pt x="1442" y="16364"/>
                  </a:lnTo>
                  <a:lnTo>
                    <a:pt x="1442" y="1"/>
                  </a:lnTo>
                  <a:lnTo>
                    <a:pt x="758" y="58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8" name="Google Shape;1093;p18">
              <a:extLst>
                <a:ext uri="{FF2B5EF4-FFF2-40B4-BE49-F238E27FC236}">
                  <a16:creationId xmlns:a16="http://schemas.microsoft.com/office/drawing/2014/main" id="{D0C12E07-323F-43C5-936C-C50B6000CC04}"/>
                </a:ext>
              </a:extLst>
            </p:cNvPr>
            <p:cNvSpPr/>
            <p:nvPr userDrawn="1"/>
          </p:nvSpPr>
          <p:spPr>
            <a:xfrm>
              <a:off x="3981672" y="2523223"/>
              <a:ext cx="46340" cy="554667"/>
            </a:xfrm>
            <a:custGeom>
              <a:avLst/>
              <a:gdLst/>
              <a:ahLst/>
              <a:cxnLst/>
              <a:rect l="l" t="t" r="r" b="b"/>
              <a:pathLst>
                <a:path w="1448" h="17332" extrusionOk="0">
                  <a:moveTo>
                    <a:pt x="0" y="4352"/>
                  </a:moveTo>
                  <a:lnTo>
                    <a:pt x="0" y="17331"/>
                  </a:lnTo>
                  <a:lnTo>
                    <a:pt x="1447" y="17331"/>
                  </a:lnTo>
                  <a:lnTo>
                    <a:pt x="1447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9" name="Google Shape;1094;p18">
              <a:extLst>
                <a:ext uri="{FF2B5EF4-FFF2-40B4-BE49-F238E27FC236}">
                  <a16:creationId xmlns:a16="http://schemas.microsoft.com/office/drawing/2014/main" id="{223D5FA7-22DC-D6D6-A16B-1867771ED9A7}"/>
                </a:ext>
              </a:extLst>
            </p:cNvPr>
            <p:cNvSpPr/>
            <p:nvPr userDrawn="1"/>
          </p:nvSpPr>
          <p:spPr>
            <a:xfrm>
              <a:off x="4558997" y="2523223"/>
              <a:ext cx="46180" cy="549963"/>
            </a:xfrm>
            <a:custGeom>
              <a:avLst/>
              <a:gdLst/>
              <a:ahLst/>
              <a:cxnLst/>
              <a:rect l="l" t="t" r="r" b="b"/>
              <a:pathLst>
                <a:path w="1443" h="17185" extrusionOk="0">
                  <a:moveTo>
                    <a:pt x="1" y="4712"/>
                  </a:moveTo>
                  <a:lnTo>
                    <a:pt x="1" y="17159"/>
                  </a:lnTo>
                  <a:lnTo>
                    <a:pt x="340" y="17159"/>
                  </a:lnTo>
                  <a:lnTo>
                    <a:pt x="1442" y="17185"/>
                  </a:lnTo>
                  <a:lnTo>
                    <a:pt x="144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0" name="Google Shape;1095;p18">
              <a:extLst>
                <a:ext uri="{FF2B5EF4-FFF2-40B4-BE49-F238E27FC236}">
                  <a16:creationId xmlns:a16="http://schemas.microsoft.com/office/drawing/2014/main" id="{524EF2D6-C343-70AD-6997-484A026E86E3}"/>
                </a:ext>
              </a:extLst>
            </p:cNvPr>
            <p:cNvSpPr/>
            <p:nvPr userDrawn="1"/>
          </p:nvSpPr>
          <p:spPr>
            <a:xfrm>
              <a:off x="5711695" y="2523223"/>
              <a:ext cx="52164" cy="545643"/>
            </a:xfrm>
            <a:custGeom>
              <a:avLst/>
              <a:gdLst/>
              <a:ahLst/>
              <a:cxnLst/>
              <a:rect l="l" t="t" r="r" b="b"/>
              <a:pathLst>
                <a:path w="1630" h="17050" extrusionOk="0">
                  <a:moveTo>
                    <a:pt x="146" y="3803"/>
                  </a:moveTo>
                  <a:lnTo>
                    <a:pt x="21" y="15592"/>
                  </a:lnTo>
                  <a:lnTo>
                    <a:pt x="0" y="17033"/>
                  </a:lnTo>
                  <a:cubicBezTo>
                    <a:pt x="486" y="17049"/>
                    <a:pt x="982" y="16986"/>
                    <a:pt x="1457" y="16992"/>
                  </a:cubicBezTo>
                  <a:lnTo>
                    <a:pt x="1457" y="15639"/>
                  </a:lnTo>
                  <a:lnTo>
                    <a:pt x="1588" y="3809"/>
                  </a:lnTo>
                  <a:lnTo>
                    <a:pt x="1630" y="1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1" name="Google Shape;1096;p18">
              <a:extLst>
                <a:ext uri="{FF2B5EF4-FFF2-40B4-BE49-F238E27FC236}">
                  <a16:creationId xmlns:a16="http://schemas.microsoft.com/office/drawing/2014/main" id="{7AA214D9-04BC-41BB-A031-9E5E3BA06BFE}"/>
                </a:ext>
              </a:extLst>
            </p:cNvPr>
            <p:cNvSpPr/>
            <p:nvPr userDrawn="1"/>
          </p:nvSpPr>
          <p:spPr>
            <a:xfrm>
              <a:off x="5168772" y="2523223"/>
              <a:ext cx="46180" cy="554667"/>
            </a:xfrm>
            <a:custGeom>
              <a:avLst/>
              <a:gdLst/>
              <a:ahLst/>
              <a:cxnLst/>
              <a:rect l="l" t="t" r="r" b="b"/>
              <a:pathLst>
                <a:path w="1443" h="17332" extrusionOk="0">
                  <a:moveTo>
                    <a:pt x="1" y="4712"/>
                  </a:moveTo>
                  <a:lnTo>
                    <a:pt x="1" y="17331"/>
                  </a:lnTo>
                  <a:lnTo>
                    <a:pt x="1442" y="17331"/>
                  </a:lnTo>
                  <a:lnTo>
                    <a:pt x="144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2" name="Google Shape;1097;p18">
              <a:extLst>
                <a:ext uri="{FF2B5EF4-FFF2-40B4-BE49-F238E27FC236}">
                  <a16:creationId xmlns:a16="http://schemas.microsoft.com/office/drawing/2014/main" id="{25D14547-7202-76BA-71BD-649B9103B03F}"/>
                </a:ext>
              </a:extLst>
            </p:cNvPr>
            <p:cNvSpPr/>
            <p:nvPr userDrawn="1"/>
          </p:nvSpPr>
          <p:spPr>
            <a:xfrm>
              <a:off x="-48" y="1530025"/>
              <a:ext cx="9139882" cy="1017487"/>
            </a:xfrm>
            <a:custGeom>
              <a:avLst/>
              <a:gdLst/>
              <a:ahLst/>
              <a:cxnLst/>
              <a:rect l="l" t="t" r="r" b="b"/>
              <a:pathLst>
                <a:path w="285599" h="31794" extrusionOk="0">
                  <a:moveTo>
                    <a:pt x="0" y="2168"/>
                  </a:moveTo>
                  <a:cubicBezTo>
                    <a:pt x="658" y="2476"/>
                    <a:pt x="2303" y="3218"/>
                    <a:pt x="3552" y="3771"/>
                  </a:cubicBezTo>
                  <a:cubicBezTo>
                    <a:pt x="5641" y="4701"/>
                    <a:pt x="8555" y="5965"/>
                    <a:pt x="12212" y="7543"/>
                  </a:cubicBezTo>
                  <a:lnTo>
                    <a:pt x="20104" y="10917"/>
                  </a:lnTo>
                  <a:lnTo>
                    <a:pt x="21890" y="11674"/>
                  </a:lnTo>
                  <a:cubicBezTo>
                    <a:pt x="23640" y="12426"/>
                    <a:pt x="24763" y="12896"/>
                    <a:pt x="24778" y="12901"/>
                  </a:cubicBezTo>
                  <a:lnTo>
                    <a:pt x="36295" y="18234"/>
                  </a:lnTo>
                  <a:lnTo>
                    <a:pt x="37852" y="18960"/>
                  </a:lnTo>
                  <a:lnTo>
                    <a:pt x="39857" y="19885"/>
                  </a:lnTo>
                  <a:lnTo>
                    <a:pt x="49959" y="24105"/>
                  </a:lnTo>
                  <a:lnTo>
                    <a:pt x="50575" y="24361"/>
                  </a:lnTo>
                  <a:lnTo>
                    <a:pt x="51286" y="24523"/>
                  </a:lnTo>
                  <a:lnTo>
                    <a:pt x="64328" y="27495"/>
                  </a:lnTo>
                  <a:lnTo>
                    <a:pt x="65085" y="27662"/>
                  </a:lnTo>
                  <a:lnTo>
                    <a:pt x="65670" y="27761"/>
                  </a:lnTo>
                  <a:lnTo>
                    <a:pt x="78216" y="29871"/>
                  </a:lnTo>
                  <a:lnTo>
                    <a:pt x="78393" y="29897"/>
                  </a:lnTo>
                  <a:lnTo>
                    <a:pt x="79710" y="30007"/>
                  </a:lnTo>
                  <a:lnTo>
                    <a:pt x="91869" y="31031"/>
                  </a:lnTo>
                  <a:lnTo>
                    <a:pt x="93394" y="31031"/>
                  </a:lnTo>
                  <a:lnTo>
                    <a:pt x="106389" y="31417"/>
                  </a:lnTo>
                  <a:lnTo>
                    <a:pt x="107831" y="31417"/>
                  </a:lnTo>
                  <a:lnTo>
                    <a:pt x="122899" y="31793"/>
                  </a:lnTo>
                  <a:lnTo>
                    <a:pt x="124341" y="31793"/>
                  </a:lnTo>
                  <a:lnTo>
                    <a:pt x="142460" y="31417"/>
                  </a:lnTo>
                  <a:lnTo>
                    <a:pt x="143901" y="31417"/>
                  </a:lnTo>
                  <a:lnTo>
                    <a:pt x="163034" y="31036"/>
                  </a:lnTo>
                  <a:lnTo>
                    <a:pt x="195004" y="31036"/>
                  </a:lnTo>
                  <a:lnTo>
                    <a:pt x="195688" y="30979"/>
                  </a:lnTo>
                  <a:lnTo>
                    <a:pt x="207566" y="30007"/>
                  </a:lnTo>
                  <a:lnTo>
                    <a:pt x="208809" y="29908"/>
                  </a:lnTo>
                  <a:lnTo>
                    <a:pt x="209059" y="29861"/>
                  </a:lnTo>
                  <a:lnTo>
                    <a:pt x="221610" y="27766"/>
                  </a:lnTo>
                  <a:lnTo>
                    <a:pt x="222138" y="27678"/>
                  </a:lnTo>
                  <a:lnTo>
                    <a:pt x="222948" y="27500"/>
                  </a:lnTo>
                  <a:lnTo>
                    <a:pt x="236021" y="24653"/>
                  </a:lnTo>
                  <a:lnTo>
                    <a:pt x="236757" y="24491"/>
                  </a:lnTo>
                  <a:lnTo>
                    <a:pt x="237337" y="24236"/>
                  </a:lnTo>
                  <a:lnTo>
                    <a:pt x="251272" y="17994"/>
                  </a:lnTo>
                  <a:lnTo>
                    <a:pt x="252839" y="17289"/>
                  </a:lnTo>
                  <a:lnTo>
                    <a:pt x="267438" y="10755"/>
                  </a:lnTo>
                  <a:lnTo>
                    <a:pt x="268305" y="10363"/>
                  </a:lnTo>
                  <a:lnTo>
                    <a:pt x="269198" y="9935"/>
                  </a:lnTo>
                  <a:lnTo>
                    <a:pt x="285599" y="2111"/>
                  </a:lnTo>
                  <a:lnTo>
                    <a:pt x="285599" y="0"/>
                  </a:lnTo>
                  <a:lnTo>
                    <a:pt x="268467" y="8175"/>
                  </a:lnTo>
                  <a:lnTo>
                    <a:pt x="267506" y="8629"/>
                  </a:lnTo>
                  <a:lnTo>
                    <a:pt x="266696" y="8995"/>
                  </a:lnTo>
                  <a:lnTo>
                    <a:pt x="252244" y="15471"/>
                  </a:lnTo>
                  <a:lnTo>
                    <a:pt x="250677" y="16171"/>
                  </a:lnTo>
                  <a:lnTo>
                    <a:pt x="236966" y="22313"/>
                  </a:lnTo>
                  <a:lnTo>
                    <a:pt x="236162" y="22674"/>
                  </a:lnTo>
                  <a:lnTo>
                    <a:pt x="235650" y="22784"/>
                  </a:lnTo>
                  <a:lnTo>
                    <a:pt x="222744" y="25599"/>
                  </a:lnTo>
                  <a:lnTo>
                    <a:pt x="221799" y="25802"/>
                  </a:lnTo>
                  <a:lnTo>
                    <a:pt x="221407" y="25865"/>
                  </a:lnTo>
                  <a:lnTo>
                    <a:pt x="208991" y="27949"/>
                  </a:lnTo>
                  <a:lnTo>
                    <a:pt x="208610" y="28017"/>
                  </a:lnTo>
                  <a:lnTo>
                    <a:pt x="207477" y="28106"/>
                  </a:lnTo>
                  <a:lnTo>
                    <a:pt x="195688" y="29072"/>
                  </a:lnTo>
                  <a:lnTo>
                    <a:pt x="194926" y="29130"/>
                  </a:lnTo>
                  <a:lnTo>
                    <a:pt x="163034" y="29130"/>
                  </a:lnTo>
                  <a:lnTo>
                    <a:pt x="143901" y="29516"/>
                  </a:lnTo>
                  <a:lnTo>
                    <a:pt x="142460" y="29516"/>
                  </a:lnTo>
                  <a:lnTo>
                    <a:pt x="124341" y="29897"/>
                  </a:lnTo>
                  <a:lnTo>
                    <a:pt x="122899" y="29897"/>
                  </a:lnTo>
                  <a:lnTo>
                    <a:pt x="107831" y="29516"/>
                  </a:lnTo>
                  <a:lnTo>
                    <a:pt x="106389" y="29516"/>
                  </a:lnTo>
                  <a:lnTo>
                    <a:pt x="93394" y="29130"/>
                  </a:lnTo>
                  <a:lnTo>
                    <a:pt x="91947" y="29130"/>
                  </a:lnTo>
                  <a:lnTo>
                    <a:pt x="79804" y="28106"/>
                  </a:lnTo>
                  <a:lnTo>
                    <a:pt x="78665" y="28017"/>
                  </a:lnTo>
                  <a:lnTo>
                    <a:pt x="78289" y="27949"/>
                  </a:lnTo>
                  <a:lnTo>
                    <a:pt x="65868" y="25865"/>
                  </a:lnTo>
                  <a:lnTo>
                    <a:pt x="65477" y="25802"/>
                  </a:lnTo>
                  <a:lnTo>
                    <a:pt x="64531" y="25588"/>
                  </a:lnTo>
                  <a:lnTo>
                    <a:pt x="51651" y="22653"/>
                  </a:lnTo>
                  <a:lnTo>
                    <a:pt x="51155" y="22543"/>
                  </a:lnTo>
                  <a:lnTo>
                    <a:pt x="50330" y="22199"/>
                  </a:lnTo>
                  <a:lnTo>
                    <a:pt x="40625" y="18145"/>
                  </a:lnTo>
                  <a:lnTo>
                    <a:pt x="38390" y="17111"/>
                  </a:lnTo>
                  <a:lnTo>
                    <a:pt x="36828" y="16385"/>
                  </a:lnTo>
                  <a:lnTo>
                    <a:pt x="25546" y="11162"/>
                  </a:lnTo>
                  <a:lnTo>
                    <a:pt x="22632" y="9919"/>
                  </a:lnTo>
                  <a:lnTo>
                    <a:pt x="20840" y="9146"/>
                  </a:lnTo>
                  <a:cubicBezTo>
                    <a:pt x="11668" y="5203"/>
                    <a:pt x="0" y="58"/>
                    <a:pt x="0" y="58"/>
                  </a:cubicBez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3" name="Google Shape;1098;p18">
              <a:extLst>
                <a:ext uri="{FF2B5EF4-FFF2-40B4-BE49-F238E27FC236}">
                  <a16:creationId xmlns:a16="http://schemas.microsoft.com/office/drawing/2014/main" id="{10FE7EE2-1188-053D-C0F8-48B7FCC5E698}"/>
                </a:ext>
              </a:extLst>
            </p:cNvPr>
            <p:cNvSpPr/>
            <p:nvPr userDrawn="1"/>
          </p:nvSpPr>
          <p:spPr>
            <a:xfrm>
              <a:off x="-10" y="5510902"/>
              <a:ext cx="9139882" cy="546622"/>
            </a:xfrm>
            <a:custGeom>
              <a:avLst/>
              <a:gdLst/>
              <a:ahLst/>
              <a:cxnLst/>
              <a:rect l="l" t="t" r="r" b="b"/>
              <a:pathLst>
                <a:path w="285599" h="21342" extrusionOk="0">
                  <a:moveTo>
                    <a:pt x="0" y="0"/>
                  </a:moveTo>
                  <a:lnTo>
                    <a:pt x="0" y="21342"/>
                  </a:lnTo>
                  <a:lnTo>
                    <a:pt x="285599" y="21342"/>
                  </a:lnTo>
                  <a:lnTo>
                    <a:pt x="285599" y="0"/>
                  </a:lnTo>
                  <a:close/>
                </a:path>
              </a:pathLst>
            </a:custGeom>
            <a:solidFill>
              <a:srgbClr val="75B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4" name="Google Shape;1099;p18">
              <a:extLst>
                <a:ext uri="{FF2B5EF4-FFF2-40B4-BE49-F238E27FC236}">
                  <a16:creationId xmlns:a16="http://schemas.microsoft.com/office/drawing/2014/main" id="{2B7CE3D9-FBC6-7607-FF57-AB4D32C01538}"/>
                </a:ext>
              </a:extLst>
            </p:cNvPr>
            <p:cNvSpPr/>
            <p:nvPr userDrawn="1"/>
          </p:nvSpPr>
          <p:spPr>
            <a:xfrm>
              <a:off x="-48" y="4922193"/>
              <a:ext cx="9139882" cy="229334"/>
            </a:xfrm>
            <a:custGeom>
              <a:avLst/>
              <a:gdLst/>
              <a:ahLst/>
              <a:cxnLst/>
              <a:rect l="l" t="t" r="r" b="b"/>
              <a:pathLst>
                <a:path w="285599" h="8954" extrusionOk="0">
                  <a:moveTo>
                    <a:pt x="0" y="1"/>
                  </a:moveTo>
                  <a:lnTo>
                    <a:pt x="0" y="8953"/>
                  </a:lnTo>
                  <a:lnTo>
                    <a:pt x="285599" y="8953"/>
                  </a:lnTo>
                  <a:lnTo>
                    <a:pt x="285599" y="1"/>
                  </a:lnTo>
                  <a:close/>
                </a:path>
              </a:pathLst>
            </a:custGeom>
            <a:solidFill>
              <a:srgbClr val="75B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5" name="Google Shape;1100;p18">
              <a:extLst>
                <a:ext uri="{FF2B5EF4-FFF2-40B4-BE49-F238E27FC236}">
                  <a16:creationId xmlns:a16="http://schemas.microsoft.com/office/drawing/2014/main" id="{B1349FDB-C8D7-B3F8-1D70-F23A97BE5B54}"/>
                </a:ext>
              </a:extLst>
            </p:cNvPr>
            <p:cNvSpPr/>
            <p:nvPr userDrawn="1"/>
          </p:nvSpPr>
          <p:spPr>
            <a:xfrm>
              <a:off x="-48" y="4798330"/>
              <a:ext cx="9139882" cy="25843"/>
            </a:xfrm>
            <a:custGeom>
              <a:avLst/>
              <a:gdLst/>
              <a:ahLst/>
              <a:cxnLst/>
              <a:rect l="l" t="t" r="r" b="b"/>
              <a:pathLst>
                <a:path w="285599" h="1009" extrusionOk="0">
                  <a:moveTo>
                    <a:pt x="0" y="0"/>
                  </a:moveTo>
                  <a:lnTo>
                    <a:pt x="0" y="1008"/>
                  </a:lnTo>
                  <a:lnTo>
                    <a:pt x="285599" y="1008"/>
                  </a:lnTo>
                  <a:lnTo>
                    <a:pt x="285599" y="0"/>
                  </a:lnTo>
                  <a:close/>
                </a:path>
              </a:pathLst>
            </a:custGeom>
            <a:solidFill>
              <a:srgbClr val="75B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6" name="Google Shape;1101;p18">
              <a:extLst>
                <a:ext uri="{FF2B5EF4-FFF2-40B4-BE49-F238E27FC236}">
                  <a16:creationId xmlns:a16="http://schemas.microsoft.com/office/drawing/2014/main" id="{CE099D9E-F7C7-900C-E61E-DD969057D35E}"/>
                </a:ext>
              </a:extLst>
            </p:cNvPr>
            <p:cNvSpPr/>
            <p:nvPr userDrawn="1"/>
          </p:nvSpPr>
          <p:spPr>
            <a:xfrm>
              <a:off x="1598061" y="4999646"/>
              <a:ext cx="5964850" cy="625432"/>
            </a:xfrm>
            <a:custGeom>
              <a:avLst/>
              <a:gdLst/>
              <a:ahLst/>
              <a:cxnLst/>
              <a:rect l="l" t="t" r="r" b="b"/>
              <a:pathLst>
                <a:path w="186387" h="24419" fill="none" extrusionOk="0">
                  <a:moveTo>
                    <a:pt x="186387" y="12207"/>
                  </a:moveTo>
                  <a:cubicBezTo>
                    <a:pt x="186387" y="15446"/>
                    <a:pt x="176568" y="18548"/>
                    <a:pt x="159091" y="20841"/>
                  </a:cubicBezTo>
                  <a:cubicBezTo>
                    <a:pt x="141615" y="23129"/>
                    <a:pt x="117912" y="24419"/>
                    <a:pt x="93197" y="24419"/>
                  </a:cubicBezTo>
                  <a:cubicBezTo>
                    <a:pt x="68481" y="24419"/>
                    <a:pt x="44773" y="23129"/>
                    <a:pt x="27297" y="20841"/>
                  </a:cubicBezTo>
                  <a:cubicBezTo>
                    <a:pt x="9820" y="18548"/>
                    <a:pt x="1" y="15446"/>
                    <a:pt x="1" y="12207"/>
                  </a:cubicBezTo>
                  <a:cubicBezTo>
                    <a:pt x="1" y="8969"/>
                    <a:pt x="9820" y="5866"/>
                    <a:pt x="27297" y="3573"/>
                  </a:cubicBezTo>
                  <a:cubicBezTo>
                    <a:pt x="44773" y="1286"/>
                    <a:pt x="68481" y="1"/>
                    <a:pt x="93197" y="1"/>
                  </a:cubicBezTo>
                  <a:cubicBezTo>
                    <a:pt x="117912" y="1"/>
                    <a:pt x="141615" y="1286"/>
                    <a:pt x="159091" y="3573"/>
                  </a:cubicBezTo>
                  <a:cubicBezTo>
                    <a:pt x="176568" y="5866"/>
                    <a:pt x="186387" y="8969"/>
                    <a:pt x="186387" y="12207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miter lim="5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7" name="Google Shape;1102;p18">
              <a:extLst>
                <a:ext uri="{FF2B5EF4-FFF2-40B4-BE49-F238E27FC236}">
                  <a16:creationId xmlns:a16="http://schemas.microsoft.com/office/drawing/2014/main" id="{33D3B9E4-FE63-AE84-38CC-B0E740FF00C9}"/>
                </a:ext>
              </a:extLst>
            </p:cNvPr>
            <p:cNvSpPr/>
            <p:nvPr userDrawn="1"/>
          </p:nvSpPr>
          <p:spPr>
            <a:xfrm>
              <a:off x="-48" y="5312300"/>
              <a:ext cx="9139882" cy="26"/>
            </a:xfrm>
            <a:custGeom>
              <a:avLst/>
              <a:gdLst/>
              <a:ahLst/>
              <a:cxnLst/>
              <a:rect l="l" t="t" r="r" b="b"/>
              <a:pathLst>
                <a:path w="285599" h="1" fill="none" extrusionOk="0">
                  <a:moveTo>
                    <a:pt x="0" y="0"/>
                  </a:moveTo>
                  <a:lnTo>
                    <a:pt x="285599" y="0"/>
                  </a:ln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miter lim="5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8" name="Google Shape;1103;p18">
              <a:extLst>
                <a:ext uri="{FF2B5EF4-FFF2-40B4-BE49-F238E27FC236}">
                  <a16:creationId xmlns:a16="http://schemas.microsoft.com/office/drawing/2014/main" id="{0EC5C1F7-0F96-C9A0-61EB-9FAFE01558D2}"/>
                </a:ext>
              </a:extLst>
            </p:cNvPr>
            <p:cNvSpPr/>
            <p:nvPr userDrawn="1"/>
          </p:nvSpPr>
          <p:spPr>
            <a:xfrm>
              <a:off x="3983656" y="4693696"/>
              <a:ext cx="1161915" cy="12225"/>
            </a:xfrm>
            <a:custGeom>
              <a:avLst/>
              <a:gdLst/>
              <a:ahLst/>
              <a:cxnLst/>
              <a:rect l="l" t="t" r="r" b="b"/>
              <a:pathLst>
                <a:path w="36307" h="382" extrusionOk="0">
                  <a:moveTo>
                    <a:pt x="1" y="1"/>
                  </a:moveTo>
                  <a:lnTo>
                    <a:pt x="1" y="136"/>
                  </a:lnTo>
                  <a:cubicBezTo>
                    <a:pt x="6284" y="168"/>
                    <a:pt x="12312" y="210"/>
                    <a:pt x="18151" y="257"/>
                  </a:cubicBezTo>
                  <a:cubicBezTo>
                    <a:pt x="23985" y="304"/>
                    <a:pt x="30013" y="356"/>
                    <a:pt x="36307" y="382"/>
                  </a:cubicBezTo>
                  <a:lnTo>
                    <a:pt x="36307" y="246"/>
                  </a:lnTo>
                  <a:cubicBezTo>
                    <a:pt x="30018" y="220"/>
                    <a:pt x="23980" y="168"/>
                    <a:pt x="18151" y="121"/>
                  </a:cubicBezTo>
                  <a:cubicBezTo>
                    <a:pt x="12317" y="74"/>
                    <a:pt x="6284" y="2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9" name="Google Shape;1104;p18">
              <a:extLst>
                <a:ext uri="{FF2B5EF4-FFF2-40B4-BE49-F238E27FC236}">
                  <a16:creationId xmlns:a16="http://schemas.microsoft.com/office/drawing/2014/main" id="{46B0501E-917A-2A15-20DE-C137E0684ABD}"/>
                </a:ext>
              </a:extLst>
            </p:cNvPr>
            <p:cNvSpPr/>
            <p:nvPr userDrawn="1"/>
          </p:nvSpPr>
          <p:spPr>
            <a:xfrm>
              <a:off x="3983656" y="4654909"/>
              <a:ext cx="1161915" cy="12065"/>
            </a:xfrm>
            <a:custGeom>
              <a:avLst/>
              <a:gdLst/>
              <a:ahLst/>
              <a:cxnLst/>
              <a:rect l="l" t="t" r="r" b="b"/>
              <a:pathLst>
                <a:path w="36307" h="377" extrusionOk="0">
                  <a:moveTo>
                    <a:pt x="1" y="1"/>
                  </a:moveTo>
                  <a:lnTo>
                    <a:pt x="1" y="137"/>
                  </a:lnTo>
                  <a:cubicBezTo>
                    <a:pt x="6279" y="163"/>
                    <a:pt x="12301" y="215"/>
                    <a:pt x="18135" y="262"/>
                  </a:cubicBezTo>
                  <a:cubicBezTo>
                    <a:pt x="23970" y="309"/>
                    <a:pt x="30013" y="351"/>
                    <a:pt x="36301" y="377"/>
                  </a:cubicBezTo>
                  <a:lnTo>
                    <a:pt x="36307" y="241"/>
                  </a:lnTo>
                  <a:cubicBezTo>
                    <a:pt x="30013" y="215"/>
                    <a:pt x="23964" y="168"/>
                    <a:pt x="18135" y="126"/>
                  </a:cubicBezTo>
                  <a:cubicBezTo>
                    <a:pt x="12306" y="79"/>
                    <a:pt x="6279" y="2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0" name="Google Shape;1105;p18">
              <a:extLst>
                <a:ext uri="{FF2B5EF4-FFF2-40B4-BE49-F238E27FC236}">
                  <a16:creationId xmlns:a16="http://schemas.microsoft.com/office/drawing/2014/main" id="{08E706D3-A6C5-7270-4600-2F6A1275627A}"/>
                </a:ext>
              </a:extLst>
            </p:cNvPr>
            <p:cNvSpPr/>
            <p:nvPr userDrawn="1"/>
          </p:nvSpPr>
          <p:spPr>
            <a:xfrm>
              <a:off x="3983656" y="4615962"/>
              <a:ext cx="1161755" cy="12417"/>
            </a:xfrm>
            <a:custGeom>
              <a:avLst/>
              <a:gdLst/>
              <a:ahLst/>
              <a:cxnLst/>
              <a:rect l="l" t="t" r="r" b="b"/>
              <a:pathLst>
                <a:path w="36302" h="388" extrusionOk="0">
                  <a:moveTo>
                    <a:pt x="1" y="1"/>
                  </a:moveTo>
                  <a:lnTo>
                    <a:pt x="1" y="147"/>
                  </a:lnTo>
                  <a:cubicBezTo>
                    <a:pt x="6284" y="173"/>
                    <a:pt x="12317" y="215"/>
                    <a:pt x="18151" y="262"/>
                  </a:cubicBezTo>
                  <a:cubicBezTo>
                    <a:pt x="23980" y="309"/>
                    <a:pt x="30013" y="356"/>
                    <a:pt x="36301" y="387"/>
                  </a:cubicBezTo>
                  <a:lnTo>
                    <a:pt x="36301" y="246"/>
                  </a:lnTo>
                  <a:cubicBezTo>
                    <a:pt x="30013" y="220"/>
                    <a:pt x="23980" y="173"/>
                    <a:pt x="18151" y="126"/>
                  </a:cubicBezTo>
                  <a:cubicBezTo>
                    <a:pt x="12317" y="79"/>
                    <a:pt x="6284" y="3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1" name="Google Shape;1106;p18">
              <a:extLst>
                <a:ext uri="{FF2B5EF4-FFF2-40B4-BE49-F238E27FC236}">
                  <a16:creationId xmlns:a16="http://schemas.microsoft.com/office/drawing/2014/main" id="{D6BEB3E8-5608-6FF7-F90C-F84CEA37486B}"/>
                </a:ext>
              </a:extLst>
            </p:cNvPr>
            <p:cNvSpPr/>
            <p:nvPr userDrawn="1"/>
          </p:nvSpPr>
          <p:spPr>
            <a:xfrm>
              <a:off x="3983656" y="4577367"/>
              <a:ext cx="1161755" cy="12065"/>
            </a:xfrm>
            <a:custGeom>
              <a:avLst/>
              <a:gdLst/>
              <a:ahLst/>
              <a:cxnLst/>
              <a:rect l="l" t="t" r="r" b="b"/>
              <a:pathLst>
                <a:path w="36302" h="377" extrusionOk="0">
                  <a:moveTo>
                    <a:pt x="1" y="0"/>
                  </a:moveTo>
                  <a:lnTo>
                    <a:pt x="1" y="136"/>
                  </a:lnTo>
                  <a:cubicBezTo>
                    <a:pt x="6284" y="162"/>
                    <a:pt x="12317" y="209"/>
                    <a:pt x="18151" y="256"/>
                  </a:cubicBezTo>
                  <a:cubicBezTo>
                    <a:pt x="23980" y="303"/>
                    <a:pt x="30013" y="350"/>
                    <a:pt x="36301" y="376"/>
                  </a:cubicBezTo>
                  <a:lnTo>
                    <a:pt x="36301" y="241"/>
                  </a:lnTo>
                  <a:cubicBezTo>
                    <a:pt x="30013" y="215"/>
                    <a:pt x="23980" y="162"/>
                    <a:pt x="18151" y="115"/>
                  </a:cubicBezTo>
                  <a:cubicBezTo>
                    <a:pt x="12317" y="74"/>
                    <a:pt x="6284" y="2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2" name="Google Shape;1107;p18">
              <a:extLst>
                <a:ext uri="{FF2B5EF4-FFF2-40B4-BE49-F238E27FC236}">
                  <a16:creationId xmlns:a16="http://schemas.microsoft.com/office/drawing/2014/main" id="{2C13D757-B925-EBA2-1AB9-B6B7C0A858F8}"/>
                </a:ext>
              </a:extLst>
            </p:cNvPr>
            <p:cNvSpPr/>
            <p:nvPr userDrawn="1"/>
          </p:nvSpPr>
          <p:spPr>
            <a:xfrm>
              <a:off x="3983336" y="4538580"/>
              <a:ext cx="1162075" cy="12065"/>
            </a:xfrm>
            <a:custGeom>
              <a:avLst/>
              <a:gdLst/>
              <a:ahLst/>
              <a:cxnLst/>
              <a:rect l="l" t="t" r="r" b="b"/>
              <a:pathLst>
                <a:path w="36312" h="377" extrusionOk="0">
                  <a:moveTo>
                    <a:pt x="0" y="1"/>
                  </a:moveTo>
                  <a:lnTo>
                    <a:pt x="0" y="136"/>
                  </a:lnTo>
                  <a:cubicBezTo>
                    <a:pt x="6294" y="163"/>
                    <a:pt x="12348" y="215"/>
                    <a:pt x="18172" y="262"/>
                  </a:cubicBezTo>
                  <a:cubicBezTo>
                    <a:pt x="23995" y="304"/>
                    <a:pt x="30028" y="351"/>
                    <a:pt x="36311" y="377"/>
                  </a:cubicBezTo>
                  <a:lnTo>
                    <a:pt x="36311" y="241"/>
                  </a:lnTo>
                  <a:cubicBezTo>
                    <a:pt x="30028" y="215"/>
                    <a:pt x="24006" y="168"/>
                    <a:pt x="18172" y="121"/>
                  </a:cubicBezTo>
                  <a:cubicBezTo>
                    <a:pt x="12332" y="79"/>
                    <a:pt x="6294" y="2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3" name="Google Shape;1108;p18">
              <a:extLst>
                <a:ext uri="{FF2B5EF4-FFF2-40B4-BE49-F238E27FC236}">
                  <a16:creationId xmlns:a16="http://schemas.microsoft.com/office/drawing/2014/main" id="{37479E34-5AAE-5432-91A9-8DDFBCA126B5}"/>
                </a:ext>
              </a:extLst>
            </p:cNvPr>
            <p:cNvSpPr/>
            <p:nvPr userDrawn="1"/>
          </p:nvSpPr>
          <p:spPr>
            <a:xfrm>
              <a:off x="3983336" y="4499633"/>
              <a:ext cx="1162075" cy="12417"/>
            </a:xfrm>
            <a:custGeom>
              <a:avLst/>
              <a:gdLst/>
              <a:ahLst/>
              <a:cxnLst/>
              <a:rect l="l" t="t" r="r" b="b"/>
              <a:pathLst>
                <a:path w="36312" h="388" extrusionOk="0">
                  <a:moveTo>
                    <a:pt x="0" y="1"/>
                  </a:moveTo>
                  <a:lnTo>
                    <a:pt x="0" y="147"/>
                  </a:lnTo>
                  <a:cubicBezTo>
                    <a:pt x="6289" y="168"/>
                    <a:pt x="12327" y="215"/>
                    <a:pt x="18161" y="262"/>
                  </a:cubicBezTo>
                  <a:cubicBezTo>
                    <a:pt x="23990" y="309"/>
                    <a:pt x="30023" y="356"/>
                    <a:pt x="36311" y="387"/>
                  </a:cubicBezTo>
                  <a:lnTo>
                    <a:pt x="36311" y="241"/>
                  </a:lnTo>
                  <a:cubicBezTo>
                    <a:pt x="30023" y="215"/>
                    <a:pt x="23995" y="173"/>
                    <a:pt x="18161" y="126"/>
                  </a:cubicBezTo>
                  <a:cubicBezTo>
                    <a:pt x="12322" y="79"/>
                    <a:pt x="6289" y="3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4" name="Google Shape;1109;p18">
              <a:extLst>
                <a:ext uri="{FF2B5EF4-FFF2-40B4-BE49-F238E27FC236}">
                  <a16:creationId xmlns:a16="http://schemas.microsoft.com/office/drawing/2014/main" id="{2E4EC7A8-4A15-2151-2A49-829C4AE7DA58}"/>
                </a:ext>
              </a:extLst>
            </p:cNvPr>
            <p:cNvSpPr/>
            <p:nvPr userDrawn="1"/>
          </p:nvSpPr>
          <p:spPr>
            <a:xfrm>
              <a:off x="3983336" y="4461038"/>
              <a:ext cx="1162075" cy="12065"/>
            </a:xfrm>
            <a:custGeom>
              <a:avLst/>
              <a:gdLst/>
              <a:ahLst/>
              <a:cxnLst/>
              <a:rect l="l" t="t" r="r" b="b"/>
              <a:pathLst>
                <a:path w="36312" h="377" extrusionOk="0">
                  <a:moveTo>
                    <a:pt x="0" y="0"/>
                  </a:moveTo>
                  <a:lnTo>
                    <a:pt x="0" y="136"/>
                  </a:lnTo>
                  <a:cubicBezTo>
                    <a:pt x="6289" y="162"/>
                    <a:pt x="12316" y="209"/>
                    <a:pt x="18151" y="256"/>
                  </a:cubicBezTo>
                  <a:cubicBezTo>
                    <a:pt x="23990" y="298"/>
                    <a:pt x="30023" y="350"/>
                    <a:pt x="36311" y="376"/>
                  </a:cubicBezTo>
                  <a:lnTo>
                    <a:pt x="36311" y="240"/>
                  </a:lnTo>
                  <a:cubicBezTo>
                    <a:pt x="30023" y="214"/>
                    <a:pt x="23995" y="162"/>
                    <a:pt x="18161" y="115"/>
                  </a:cubicBezTo>
                  <a:cubicBezTo>
                    <a:pt x="12322" y="73"/>
                    <a:pt x="6289" y="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5" name="Google Shape;1110;p18">
              <a:extLst>
                <a:ext uri="{FF2B5EF4-FFF2-40B4-BE49-F238E27FC236}">
                  <a16:creationId xmlns:a16="http://schemas.microsoft.com/office/drawing/2014/main" id="{2C15F5E0-6D93-DD4F-11EB-4BB55E08AC1B}"/>
                </a:ext>
              </a:extLst>
            </p:cNvPr>
            <p:cNvSpPr/>
            <p:nvPr userDrawn="1"/>
          </p:nvSpPr>
          <p:spPr>
            <a:xfrm>
              <a:off x="3983336" y="4422091"/>
              <a:ext cx="1162075" cy="12225"/>
            </a:xfrm>
            <a:custGeom>
              <a:avLst/>
              <a:gdLst/>
              <a:ahLst/>
              <a:cxnLst/>
              <a:rect l="l" t="t" r="r" b="b"/>
              <a:pathLst>
                <a:path w="36312" h="382" extrusionOk="0">
                  <a:moveTo>
                    <a:pt x="0" y="0"/>
                  </a:moveTo>
                  <a:lnTo>
                    <a:pt x="0" y="141"/>
                  </a:lnTo>
                  <a:cubicBezTo>
                    <a:pt x="6289" y="167"/>
                    <a:pt x="12316" y="220"/>
                    <a:pt x="18151" y="261"/>
                  </a:cubicBezTo>
                  <a:cubicBezTo>
                    <a:pt x="23990" y="308"/>
                    <a:pt x="30023" y="355"/>
                    <a:pt x="36311" y="381"/>
                  </a:cubicBezTo>
                  <a:lnTo>
                    <a:pt x="36311" y="246"/>
                  </a:lnTo>
                  <a:cubicBezTo>
                    <a:pt x="30023" y="220"/>
                    <a:pt x="23985" y="173"/>
                    <a:pt x="18151" y="126"/>
                  </a:cubicBezTo>
                  <a:cubicBezTo>
                    <a:pt x="12322" y="79"/>
                    <a:pt x="6289" y="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6" name="Google Shape;1111;p18">
              <a:extLst>
                <a:ext uri="{FF2B5EF4-FFF2-40B4-BE49-F238E27FC236}">
                  <a16:creationId xmlns:a16="http://schemas.microsoft.com/office/drawing/2014/main" id="{1E6E4788-2B8E-66DE-EF9C-F1214216F985}"/>
                </a:ext>
              </a:extLst>
            </p:cNvPr>
            <p:cNvSpPr/>
            <p:nvPr userDrawn="1"/>
          </p:nvSpPr>
          <p:spPr>
            <a:xfrm>
              <a:off x="3983336" y="4383304"/>
              <a:ext cx="1162075" cy="12385"/>
            </a:xfrm>
            <a:custGeom>
              <a:avLst/>
              <a:gdLst/>
              <a:ahLst/>
              <a:cxnLst/>
              <a:rect l="l" t="t" r="r" b="b"/>
              <a:pathLst>
                <a:path w="36312" h="387" extrusionOk="0">
                  <a:moveTo>
                    <a:pt x="0" y="0"/>
                  </a:moveTo>
                  <a:lnTo>
                    <a:pt x="0" y="136"/>
                  </a:lnTo>
                  <a:cubicBezTo>
                    <a:pt x="6289" y="168"/>
                    <a:pt x="12316" y="215"/>
                    <a:pt x="18151" y="262"/>
                  </a:cubicBezTo>
                  <a:cubicBezTo>
                    <a:pt x="23990" y="309"/>
                    <a:pt x="30012" y="350"/>
                    <a:pt x="36301" y="387"/>
                  </a:cubicBezTo>
                  <a:lnTo>
                    <a:pt x="36311" y="241"/>
                  </a:lnTo>
                  <a:cubicBezTo>
                    <a:pt x="30023" y="215"/>
                    <a:pt x="23985" y="168"/>
                    <a:pt x="18151" y="126"/>
                  </a:cubicBezTo>
                  <a:cubicBezTo>
                    <a:pt x="12322" y="79"/>
                    <a:pt x="6289" y="3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7" name="Google Shape;1112;p18">
              <a:extLst>
                <a:ext uri="{FF2B5EF4-FFF2-40B4-BE49-F238E27FC236}">
                  <a16:creationId xmlns:a16="http://schemas.microsoft.com/office/drawing/2014/main" id="{0E1F9CAA-1E62-937D-4609-B7526A84DA49}"/>
                </a:ext>
              </a:extLst>
            </p:cNvPr>
            <p:cNvSpPr/>
            <p:nvPr userDrawn="1"/>
          </p:nvSpPr>
          <p:spPr>
            <a:xfrm>
              <a:off x="4041019" y="4337989"/>
              <a:ext cx="28930" cy="359420"/>
            </a:xfrm>
            <a:custGeom>
              <a:avLst/>
              <a:gdLst/>
              <a:ahLst/>
              <a:cxnLst/>
              <a:rect l="l" t="t" r="r" b="b"/>
              <a:pathLst>
                <a:path w="904" h="11231" extrusionOk="0">
                  <a:moveTo>
                    <a:pt x="126" y="1"/>
                  </a:moveTo>
                  <a:lnTo>
                    <a:pt x="0" y="64"/>
                  </a:lnTo>
                  <a:cubicBezTo>
                    <a:pt x="413" y="847"/>
                    <a:pt x="470" y="1714"/>
                    <a:pt x="470" y="2566"/>
                  </a:cubicBezTo>
                  <a:cubicBezTo>
                    <a:pt x="470" y="3412"/>
                    <a:pt x="413" y="4268"/>
                    <a:pt x="355" y="5099"/>
                  </a:cubicBezTo>
                  <a:cubicBezTo>
                    <a:pt x="308" y="5799"/>
                    <a:pt x="256" y="6519"/>
                    <a:pt x="240" y="7235"/>
                  </a:cubicBezTo>
                  <a:cubicBezTo>
                    <a:pt x="235" y="7381"/>
                    <a:pt x="235" y="7533"/>
                    <a:pt x="230" y="7668"/>
                  </a:cubicBezTo>
                  <a:cubicBezTo>
                    <a:pt x="199" y="8990"/>
                    <a:pt x="178" y="9935"/>
                    <a:pt x="778" y="11231"/>
                  </a:cubicBezTo>
                  <a:lnTo>
                    <a:pt x="904" y="11168"/>
                  </a:lnTo>
                  <a:cubicBezTo>
                    <a:pt x="314" y="9909"/>
                    <a:pt x="334" y="8969"/>
                    <a:pt x="366" y="7679"/>
                  </a:cubicBezTo>
                  <a:cubicBezTo>
                    <a:pt x="371" y="7533"/>
                    <a:pt x="371" y="7392"/>
                    <a:pt x="381" y="7240"/>
                  </a:cubicBezTo>
                  <a:cubicBezTo>
                    <a:pt x="392" y="6530"/>
                    <a:pt x="444" y="5809"/>
                    <a:pt x="491" y="5109"/>
                  </a:cubicBezTo>
                  <a:cubicBezTo>
                    <a:pt x="549" y="4273"/>
                    <a:pt x="606" y="3380"/>
                    <a:pt x="606" y="2566"/>
                  </a:cubicBezTo>
                  <a:cubicBezTo>
                    <a:pt x="606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8" name="Google Shape;1113;p18">
              <a:extLst>
                <a:ext uri="{FF2B5EF4-FFF2-40B4-BE49-F238E27FC236}">
                  <a16:creationId xmlns:a16="http://schemas.microsoft.com/office/drawing/2014/main" id="{3B0A9DEA-8A0F-9B3F-279E-8FF3565D1AEA}"/>
                </a:ext>
              </a:extLst>
            </p:cNvPr>
            <p:cNvSpPr/>
            <p:nvPr userDrawn="1"/>
          </p:nvSpPr>
          <p:spPr>
            <a:xfrm>
              <a:off x="4089471" y="4337989"/>
              <a:ext cx="28962" cy="359420"/>
            </a:xfrm>
            <a:custGeom>
              <a:avLst/>
              <a:gdLst/>
              <a:ahLst/>
              <a:cxnLst/>
              <a:rect l="l" t="t" r="r" b="b"/>
              <a:pathLst>
                <a:path w="905" h="11231" extrusionOk="0">
                  <a:moveTo>
                    <a:pt x="126" y="1"/>
                  </a:moveTo>
                  <a:lnTo>
                    <a:pt x="1" y="64"/>
                  </a:lnTo>
                  <a:cubicBezTo>
                    <a:pt x="414" y="847"/>
                    <a:pt x="471" y="1714"/>
                    <a:pt x="471" y="2566"/>
                  </a:cubicBezTo>
                  <a:cubicBezTo>
                    <a:pt x="471" y="3412"/>
                    <a:pt x="414" y="4268"/>
                    <a:pt x="356" y="5099"/>
                  </a:cubicBezTo>
                  <a:cubicBezTo>
                    <a:pt x="309" y="5799"/>
                    <a:pt x="257" y="6519"/>
                    <a:pt x="241" y="7235"/>
                  </a:cubicBezTo>
                  <a:cubicBezTo>
                    <a:pt x="236" y="7381"/>
                    <a:pt x="236" y="7533"/>
                    <a:pt x="231" y="7668"/>
                  </a:cubicBezTo>
                  <a:cubicBezTo>
                    <a:pt x="199" y="8990"/>
                    <a:pt x="178" y="9935"/>
                    <a:pt x="774" y="11231"/>
                  </a:cubicBezTo>
                  <a:lnTo>
                    <a:pt x="904" y="11168"/>
                  </a:lnTo>
                  <a:cubicBezTo>
                    <a:pt x="314" y="9909"/>
                    <a:pt x="335" y="8969"/>
                    <a:pt x="367" y="7679"/>
                  </a:cubicBezTo>
                  <a:cubicBezTo>
                    <a:pt x="372" y="7533"/>
                    <a:pt x="372" y="7392"/>
                    <a:pt x="382" y="7240"/>
                  </a:cubicBezTo>
                  <a:cubicBezTo>
                    <a:pt x="393" y="6530"/>
                    <a:pt x="445" y="5809"/>
                    <a:pt x="492" y="5109"/>
                  </a:cubicBezTo>
                  <a:cubicBezTo>
                    <a:pt x="549" y="4273"/>
                    <a:pt x="607" y="3380"/>
                    <a:pt x="607" y="2566"/>
                  </a:cubicBezTo>
                  <a:cubicBezTo>
                    <a:pt x="607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9" name="Google Shape;1114;p18">
              <a:extLst>
                <a:ext uri="{FF2B5EF4-FFF2-40B4-BE49-F238E27FC236}">
                  <a16:creationId xmlns:a16="http://schemas.microsoft.com/office/drawing/2014/main" id="{87587FDE-FA38-76D9-136E-E91132DB3E7D}"/>
                </a:ext>
              </a:extLst>
            </p:cNvPr>
            <p:cNvSpPr/>
            <p:nvPr userDrawn="1"/>
          </p:nvSpPr>
          <p:spPr>
            <a:xfrm>
              <a:off x="4137955" y="4337989"/>
              <a:ext cx="28962" cy="359420"/>
            </a:xfrm>
            <a:custGeom>
              <a:avLst/>
              <a:gdLst/>
              <a:ahLst/>
              <a:cxnLst/>
              <a:rect l="l" t="t" r="r" b="b"/>
              <a:pathLst>
                <a:path w="905" h="11231" extrusionOk="0">
                  <a:moveTo>
                    <a:pt x="126" y="1"/>
                  </a:moveTo>
                  <a:lnTo>
                    <a:pt x="1" y="64"/>
                  </a:lnTo>
                  <a:cubicBezTo>
                    <a:pt x="413" y="847"/>
                    <a:pt x="471" y="1714"/>
                    <a:pt x="471" y="2566"/>
                  </a:cubicBezTo>
                  <a:cubicBezTo>
                    <a:pt x="471" y="3412"/>
                    <a:pt x="413" y="4268"/>
                    <a:pt x="356" y="5099"/>
                  </a:cubicBezTo>
                  <a:cubicBezTo>
                    <a:pt x="309" y="5799"/>
                    <a:pt x="257" y="6519"/>
                    <a:pt x="241" y="7235"/>
                  </a:cubicBezTo>
                  <a:cubicBezTo>
                    <a:pt x="236" y="7381"/>
                    <a:pt x="236" y="7533"/>
                    <a:pt x="230" y="7668"/>
                  </a:cubicBezTo>
                  <a:cubicBezTo>
                    <a:pt x="199" y="8990"/>
                    <a:pt x="178" y="9935"/>
                    <a:pt x="774" y="11231"/>
                  </a:cubicBezTo>
                  <a:lnTo>
                    <a:pt x="904" y="11168"/>
                  </a:lnTo>
                  <a:cubicBezTo>
                    <a:pt x="314" y="9909"/>
                    <a:pt x="335" y="8969"/>
                    <a:pt x="366" y="7679"/>
                  </a:cubicBezTo>
                  <a:cubicBezTo>
                    <a:pt x="371" y="7533"/>
                    <a:pt x="371" y="7392"/>
                    <a:pt x="382" y="7240"/>
                  </a:cubicBezTo>
                  <a:cubicBezTo>
                    <a:pt x="392" y="6530"/>
                    <a:pt x="445" y="5804"/>
                    <a:pt x="492" y="5109"/>
                  </a:cubicBezTo>
                  <a:cubicBezTo>
                    <a:pt x="549" y="4273"/>
                    <a:pt x="606" y="3380"/>
                    <a:pt x="606" y="2566"/>
                  </a:cubicBezTo>
                  <a:cubicBezTo>
                    <a:pt x="606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0" name="Google Shape;1115;p18">
              <a:extLst>
                <a:ext uri="{FF2B5EF4-FFF2-40B4-BE49-F238E27FC236}">
                  <a16:creationId xmlns:a16="http://schemas.microsoft.com/office/drawing/2014/main" id="{FE9F2795-424F-C1A3-AA54-F116A04F2CCF}"/>
                </a:ext>
              </a:extLst>
            </p:cNvPr>
            <p:cNvSpPr/>
            <p:nvPr userDrawn="1"/>
          </p:nvSpPr>
          <p:spPr>
            <a:xfrm>
              <a:off x="4186439" y="4337989"/>
              <a:ext cx="28930" cy="359420"/>
            </a:xfrm>
            <a:custGeom>
              <a:avLst/>
              <a:gdLst/>
              <a:ahLst/>
              <a:cxnLst/>
              <a:rect l="l" t="t" r="r" b="b"/>
              <a:pathLst>
                <a:path w="904" h="11231" extrusionOk="0">
                  <a:moveTo>
                    <a:pt x="126" y="1"/>
                  </a:moveTo>
                  <a:lnTo>
                    <a:pt x="0" y="64"/>
                  </a:lnTo>
                  <a:cubicBezTo>
                    <a:pt x="413" y="847"/>
                    <a:pt x="470" y="1714"/>
                    <a:pt x="470" y="2566"/>
                  </a:cubicBezTo>
                  <a:cubicBezTo>
                    <a:pt x="470" y="3412"/>
                    <a:pt x="413" y="4268"/>
                    <a:pt x="355" y="5099"/>
                  </a:cubicBezTo>
                  <a:cubicBezTo>
                    <a:pt x="308" y="5799"/>
                    <a:pt x="256" y="6519"/>
                    <a:pt x="241" y="7235"/>
                  </a:cubicBezTo>
                  <a:cubicBezTo>
                    <a:pt x="235" y="7381"/>
                    <a:pt x="235" y="7533"/>
                    <a:pt x="230" y="7668"/>
                  </a:cubicBezTo>
                  <a:cubicBezTo>
                    <a:pt x="199" y="8990"/>
                    <a:pt x="178" y="9935"/>
                    <a:pt x="773" y="11231"/>
                  </a:cubicBezTo>
                  <a:lnTo>
                    <a:pt x="904" y="11168"/>
                  </a:lnTo>
                  <a:cubicBezTo>
                    <a:pt x="314" y="9909"/>
                    <a:pt x="335" y="8969"/>
                    <a:pt x="366" y="7679"/>
                  </a:cubicBezTo>
                  <a:cubicBezTo>
                    <a:pt x="371" y="7533"/>
                    <a:pt x="371" y="7392"/>
                    <a:pt x="382" y="7240"/>
                  </a:cubicBezTo>
                  <a:cubicBezTo>
                    <a:pt x="392" y="6530"/>
                    <a:pt x="444" y="5804"/>
                    <a:pt x="491" y="5109"/>
                  </a:cubicBezTo>
                  <a:cubicBezTo>
                    <a:pt x="549" y="4273"/>
                    <a:pt x="606" y="3380"/>
                    <a:pt x="606" y="2566"/>
                  </a:cubicBezTo>
                  <a:cubicBezTo>
                    <a:pt x="606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1" name="Google Shape;1116;p18">
              <a:extLst>
                <a:ext uri="{FF2B5EF4-FFF2-40B4-BE49-F238E27FC236}">
                  <a16:creationId xmlns:a16="http://schemas.microsoft.com/office/drawing/2014/main" id="{FD0BA7C0-3BDB-4EF4-19CB-ABCAFE2A7B47}"/>
                </a:ext>
              </a:extLst>
            </p:cNvPr>
            <p:cNvSpPr/>
            <p:nvPr userDrawn="1"/>
          </p:nvSpPr>
          <p:spPr>
            <a:xfrm>
              <a:off x="4234890" y="4337989"/>
              <a:ext cx="28962" cy="359420"/>
            </a:xfrm>
            <a:custGeom>
              <a:avLst/>
              <a:gdLst/>
              <a:ahLst/>
              <a:cxnLst/>
              <a:rect l="l" t="t" r="r" b="b"/>
              <a:pathLst>
                <a:path w="905" h="11231" extrusionOk="0">
                  <a:moveTo>
                    <a:pt x="126" y="1"/>
                  </a:moveTo>
                  <a:lnTo>
                    <a:pt x="1" y="64"/>
                  </a:lnTo>
                  <a:cubicBezTo>
                    <a:pt x="414" y="847"/>
                    <a:pt x="471" y="1714"/>
                    <a:pt x="471" y="2566"/>
                  </a:cubicBezTo>
                  <a:cubicBezTo>
                    <a:pt x="471" y="3412"/>
                    <a:pt x="414" y="4268"/>
                    <a:pt x="356" y="5099"/>
                  </a:cubicBezTo>
                  <a:cubicBezTo>
                    <a:pt x="309" y="5799"/>
                    <a:pt x="257" y="6519"/>
                    <a:pt x="241" y="7235"/>
                  </a:cubicBezTo>
                  <a:cubicBezTo>
                    <a:pt x="236" y="7381"/>
                    <a:pt x="236" y="7533"/>
                    <a:pt x="231" y="7668"/>
                  </a:cubicBezTo>
                  <a:cubicBezTo>
                    <a:pt x="199" y="8990"/>
                    <a:pt x="179" y="9935"/>
                    <a:pt x="774" y="11231"/>
                  </a:cubicBezTo>
                  <a:lnTo>
                    <a:pt x="905" y="11168"/>
                  </a:lnTo>
                  <a:cubicBezTo>
                    <a:pt x="314" y="9909"/>
                    <a:pt x="335" y="8969"/>
                    <a:pt x="367" y="7679"/>
                  </a:cubicBezTo>
                  <a:cubicBezTo>
                    <a:pt x="372" y="7533"/>
                    <a:pt x="372" y="7392"/>
                    <a:pt x="382" y="7240"/>
                  </a:cubicBezTo>
                  <a:cubicBezTo>
                    <a:pt x="393" y="6530"/>
                    <a:pt x="445" y="5804"/>
                    <a:pt x="492" y="5109"/>
                  </a:cubicBezTo>
                  <a:cubicBezTo>
                    <a:pt x="549" y="4273"/>
                    <a:pt x="607" y="3380"/>
                    <a:pt x="607" y="2566"/>
                  </a:cubicBezTo>
                  <a:cubicBezTo>
                    <a:pt x="607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2" name="Google Shape;1117;p18">
              <a:extLst>
                <a:ext uri="{FF2B5EF4-FFF2-40B4-BE49-F238E27FC236}">
                  <a16:creationId xmlns:a16="http://schemas.microsoft.com/office/drawing/2014/main" id="{31D9D065-A88B-B260-700D-399BA0DF70E5}"/>
                </a:ext>
              </a:extLst>
            </p:cNvPr>
            <p:cNvSpPr/>
            <p:nvPr userDrawn="1"/>
          </p:nvSpPr>
          <p:spPr>
            <a:xfrm>
              <a:off x="4283374" y="4337989"/>
              <a:ext cx="28962" cy="359420"/>
            </a:xfrm>
            <a:custGeom>
              <a:avLst/>
              <a:gdLst/>
              <a:ahLst/>
              <a:cxnLst/>
              <a:rect l="l" t="t" r="r" b="b"/>
              <a:pathLst>
                <a:path w="905" h="11231" extrusionOk="0">
                  <a:moveTo>
                    <a:pt x="126" y="1"/>
                  </a:moveTo>
                  <a:lnTo>
                    <a:pt x="1" y="64"/>
                  </a:lnTo>
                  <a:cubicBezTo>
                    <a:pt x="413" y="847"/>
                    <a:pt x="471" y="1714"/>
                    <a:pt x="471" y="2566"/>
                  </a:cubicBezTo>
                  <a:cubicBezTo>
                    <a:pt x="471" y="3412"/>
                    <a:pt x="413" y="4268"/>
                    <a:pt x="351" y="5099"/>
                  </a:cubicBezTo>
                  <a:cubicBezTo>
                    <a:pt x="309" y="5799"/>
                    <a:pt x="257" y="6519"/>
                    <a:pt x="241" y="7235"/>
                  </a:cubicBezTo>
                  <a:cubicBezTo>
                    <a:pt x="236" y="7381"/>
                    <a:pt x="236" y="7533"/>
                    <a:pt x="230" y="7668"/>
                  </a:cubicBezTo>
                  <a:cubicBezTo>
                    <a:pt x="199" y="8990"/>
                    <a:pt x="178" y="9935"/>
                    <a:pt x="774" y="11231"/>
                  </a:cubicBezTo>
                  <a:lnTo>
                    <a:pt x="904" y="11168"/>
                  </a:lnTo>
                  <a:cubicBezTo>
                    <a:pt x="314" y="9909"/>
                    <a:pt x="335" y="8969"/>
                    <a:pt x="366" y="7679"/>
                  </a:cubicBezTo>
                  <a:cubicBezTo>
                    <a:pt x="372" y="7533"/>
                    <a:pt x="372" y="7392"/>
                    <a:pt x="382" y="7240"/>
                  </a:cubicBezTo>
                  <a:cubicBezTo>
                    <a:pt x="392" y="6530"/>
                    <a:pt x="445" y="5804"/>
                    <a:pt x="492" y="5109"/>
                  </a:cubicBezTo>
                  <a:cubicBezTo>
                    <a:pt x="549" y="4273"/>
                    <a:pt x="607" y="3380"/>
                    <a:pt x="607" y="2566"/>
                  </a:cubicBezTo>
                  <a:cubicBezTo>
                    <a:pt x="607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3" name="Google Shape;1118;p18">
              <a:extLst>
                <a:ext uri="{FF2B5EF4-FFF2-40B4-BE49-F238E27FC236}">
                  <a16:creationId xmlns:a16="http://schemas.microsoft.com/office/drawing/2014/main" id="{04127EEF-E54D-C24C-65EA-4F39B9D9BC7C}"/>
                </a:ext>
              </a:extLst>
            </p:cNvPr>
            <p:cNvSpPr/>
            <p:nvPr userDrawn="1"/>
          </p:nvSpPr>
          <p:spPr>
            <a:xfrm>
              <a:off x="4331698" y="4337989"/>
              <a:ext cx="30114" cy="361276"/>
            </a:xfrm>
            <a:custGeom>
              <a:avLst/>
              <a:gdLst/>
              <a:ahLst/>
              <a:cxnLst/>
              <a:rect l="l" t="t" r="r" b="b"/>
              <a:pathLst>
                <a:path w="941" h="11289" extrusionOk="0">
                  <a:moveTo>
                    <a:pt x="126" y="1"/>
                  </a:moveTo>
                  <a:lnTo>
                    <a:pt x="0" y="64"/>
                  </a:lnTo>
                  <a:cubicBezTo>
                    <a:pt x="408" y="847"/>
                    <a:pt x="470" y="1714"/>
                    <a:pt x="470" y="2566"/>
                  </a:cubicBezTo>
                  <a:cubicBezTo>
                    <a:pt x="470" y="3412"/>
                    <a:pt x="408" y="4268"/>
                    <a:pt x="350" y="5099"/>
                  </a:cubicBezTo>
                  <a:cubicBezTo>
                    <a:pt x="303" y="5799"/>
                    <a:pt x="251" y="6519"/>
                    <a:pt x="240" y="7235"/>
                  </a:cubicBezTo>
                  <a:lnTo>
                    <a:pt x="240" y="7501"/>
                  </a:lnTo>
                  <a:cubicBezTo>
                    <a:pt x="209" y="8917"/>
                    <a:pt x="188" y="9941"/>
                    <a:pt x="815" y="11288"/>
                  </a:cubicBezTo>
                  <a:lnTo>
                    <a:pt x="940" y="11225"/>
                  </a:lnTo>
                  <a:cubicBezTo>
                    <a:pt x="324" y="9909"/>
                    <a:pt x="345" y="8901"/>
                    <a:pt x="376" y="7501"/>
                  </a:cubicBezTo>
                  <a:lnTo>
                    <a:pt x="376" y="7240"/>
                  </a:lnTo>
                  <a:cubicBezTo>
                    <a:pt x="392" y="6530"/>
                    <a:pt x="444" y="5809"/>
                    <a:pt x="491" y="5109"/>
                  </a:cubicBezTo>
                  <a:cubicBezTo>
                    <a:pt x="549" y="4273"/>
                    <a:pt x="606" y="3380"/>
                    <a:pt x="606" y="2566"/>
                  </a:cubicBezTo>
                  <a:cubicBezTo>
                    <a:pt x="606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4" name="Google Shape;1119;p18">
              <a:extLst>
                <a:ext uri="{FF2B5EF4-FFF2-40B4-BE49-F238E27FC236}">
                  <a16:creationId xmlns:a16="http://schemas.microsoft.com/office/drawing/2014/main" id="{7280AF09-C0A4-4745-6491-6A0A26461A2F}"/>
                </a:ext>
              </a:extLst>
            </p:cNvPr>
            <p:cNvSpPr/>
            <p:nvPr userDrawn="1"/>
          </p:nvSpPr>
          <p:spPr>
            <a:xfrm>
              <a:off x="4380342" y="4338341"/>
              <a:ext cx="26914" cy="361084"/>
            </a:xfrm>
            <a:custGeom>
              <a:avLst/>
              <a:gdLst/>
              <a:ahLst/>
              <a:cxnLst/>
              <a:rect l="l" t="t" r="r" b="b"/>
              <a:pathLst>
                <a:path w="841" h="11283" extrusionOk="0">
                  <a:moveTo>
                    <a:pt x="120" y="0"/>
                  </a:moveTo>
                  <a:lnTo>
                    <a:pt x="0" y="63"/>
                  </a:lnTo>
                  <a:cubicBezTo>
                    <a:pt x="413" y="862"/>
                    <a:pt x="460" y="1745"/>
                    <a:pt x="465" y="2607"/>
                  </a:cubicBezTo>
                  <a:cubicBezTo>
                    <a:pt x="470" y="3469"/>
                    <a:pt x="407" y="4336"/>
                    <a:pt x="345" y="5176"/>
                  </a:cubicBezTo>
                  <a:cubicBezTo>
                    <a:pt x="303" y="5892"/>
                    <a:pt x="251" y="6623"/>
                    <a:pt x="235" y="7344"/>
                  </a:cubicBezTo>
                  <a:cubicBezTo>
                    <a:pt x="230" y="7574"/>
                    <a:pt x="225" y="7798"/>
                    <a:pt x="214" y="7997"/>
                  </a:cubicBezTo>
                  <a:cubicBezTo>
                    <a:pt x="178" y="9188"/>
                    <a:pt x="152" y="10050"/>
                    <a:pt x="710" y="11282"/>
                  </a:cubicBezTo>
                  <a:lnTo>
                    <a:pt x="841" y="11230"/>
                  </a:lnTo>
                  <a:cubicBezTo>
                    <a:pt x="287" y="10018"/>
                    <a:pt x="313" y="9219"/>
                    <a:pt x="355" y="8007"/>
                  </a:cubicBezTo>
                  <a:cubicBezTo>
                    <a:pt x="360" y="7793"/>
                    <a:pt x="366" y="7579"/>
                    <a:pt x="371" y="7344"/>
                  </a:cubicBezTo>
                  <a:cubicBezTo>
                    <a:pt x="387" y="6629"/>
                    <a:pt x="439" y="5897"/>
                    <a:pt x="486" y="5192"/>
                  </a:cubicBezTo>
                  <a:cubicBezTo>
                    <a:pt x="543" y="4341"/>
                    <a:pt x="606" y="3427"/>
                    <a:pt x="606" y="2607"/>
                  </a:cubicBezTo>
                  <a:cubicBezTo>
                    <a:pt x="606" y="1781"/>
                    <a:pt x="548" y="82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5" name="Google Shape;1120;p18">
              <a:extLst>
                <a:ext uri="{FF2B5EF4-FFF2-40B4-BE49-F238E27FC236}">
                  <a16:creationId xmlns:a16="http://schemas.microsoft.com/office/drawing/2014/main" id="{0CD26D7D-8DBC-9738-741D-FF87927F5479}"/>
                </a:ext>
              </a:extLst>
            </p:cNvPr>
            <p:cNvSpPr/>
            <p:nvPr userDrawn="1"/>
          </p:nvSpPr>
          <p:spPr>
            <a:xfrm>
              <a:off x="4428793" y="4338341"/>
              <a:ext cx="26946" cy="361564"/>
            </a:xfrm>
            <a:custGeom>
              <a:avLst/>
              <a:gdLst/>
              <a:ahLst/>
              <a:cxnLst/>
              <a:rect l="l" t="t" r="r" b="b"/>
              <a:pathLst>
                <a:path w="842" h="11298" extrusionOk="0">
                  <a:moveTo>
                    <a:pt x="121" y="0"/>
                  </a:moveTo>
                  <a:lnTo>
                    <a:pt x="1" y="63"/>
                  </a:lnTo>
                  <a:cubicBezTo>
                    <a:pt x="413" y="862"/>
                    <a:pt x="466" y="1745"/>
                    <a:pt x="466" y="2607"/>
                  </a:cubicBezTo>
                  <a:cubicBezTo>
                    <a:pt x="466" y="3469"/>
                    <a:pt x="408" y="4336"/>
                    <a:pt x="345" y="5176"/>
                  </a:cubicBezTo>
                  <a:cubicBezTo>
                    <a:pt x="304" y="5887"/>
                    <a:pt x="251" y="6623"/>
                    <a:pt x="236" y="7344"/>
                  </a:cubicBezTo>
                  <a:cubicBezTo>
                    <a:pt x="231" y="7569"/>
                    <a:pt x="225" y="7778"/>
                    <a:pt x="215" y="7976"/>
                  </a:cubicBezTo>
                  <a:cubicBezTo>
                    <a:pt x="178" y="9183"/>
                    <a:pt x="152" y="10050"/>
                    <a:pt x="722" y="11298"/>
                  </a:cubicBezTo>
                  <a:lnTo>
                    <a:pt x="842" y="11235"/>
                  </a:lnTo>
                  <a:cubicBezTo>
                    <a:pt x="288" y="10024"/>
                    <a:pt x="314" y="9214"/>
                    <a:pt x="356" y="7987"/>
                  </a:cubicBezTo>
                  <a:cubicBezTo>
                    <a:pt x="361" y="7783"/>
                    <a:pt x="366" y="7574"/>
                    <a:pt x="372" y="7344"/>
                  </a:cubicBezTo>
                  <a:cubicBezTo>
                    <a:pt x="387" y="6629"/>
                    <a:pt x="440" y="5897"/>
                    <a:pt x="487" y="5192"/>
                  </a:cubicBezTo>
                  <a:cubicBezTo>
                    <a:pt x="544" y="4341"/>
                    <a:pt x="607" y="3427"/>
                    <a:pt x="607" y="2607"/>
                  </a:cubicBezTo>
                  <a:cubicBezTo>
                    <a:pt x="607" y="1781"/>
                    <a:pt x="549" y="820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6" name="Google Shape;1121;p18">
              <a:extLst>
                <a:ext uri="{FF2B5EF4-FFF2-40B4-BE49-F238E27FC236}">
                  <a16:creationId xmlns:a16="http://schemas.microsoft.com/office/drawing/2014/main" id="{238AF011-566C-7BBD-7283-D4C63FA4791E}"/>
                </a:ext>
              </a:extLst>
            </p:cNvPr>
            <p:cNvSpPr/>
            <p:nvPr userDrawn="1"/>
          </p:nvSpPr>
          <p:spPr>
            <a:xfrm>
              <a:off x="4477277" y="4338341"/>
              <a:ext cx="27266" cy="361916"/>
            </a:xfrm>
            <a:custGeom>
              <a:avLst/>
              <a:gdLst/>
              <a:ahLst/>
              <a:cxnLst/>
              <a:rect l="l" t="t" r="r" b="b"/>
              <a:pathLst>
                <a:path w="852" h="11309" extrusionOk="0">
                  <a:moveTo>
                    <a:pt x="121" y="0"/>
                  </a:moveTo>
                  <a:lnTo>
                    <a:pt x="0" y="63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58"/>
                    <a:pt x="408" y="4336"/>
                    <a:pt x="345" y="5176"/>
                  </a:cubicBezTo>
                  <a:cubicBezTo>
                    <a:pt x="303" y="5887"/>
                    <a:pt x="251" y="6623"/>
                    <a:pt x="235" y="7344"/>
                  </a:cubicBezTo>
                  <a:cubicBezTo>
                    <a:pt x="230" y="7558"/>
                    <a:pt x="225" y="7762"/>
                    <a:pt x="215" y="7950"/>
                  </a:cubicBezTo>
                  <a:cubicBezTo>
                    <a:pt x="178" y="9172"/>
                    <a:pt x="152" y="10055"/>
                    <a:pt x="726" y="11308"/>
                  </a:cubicBezTo>
                  <a:lnTo>
                    <a:pt x="852" y="11251"/>
                  </a:lnTo>
                  <a:cubicBezTo>
                    <a:pt x="288" y="10029"/>
                    <a:pt x="314" y="9203"/>
                    <a:pt x="356" y="7960"/>
                  </a:cubicBezTo>
                  <a:cubicBezTo>
                    <a:pt x="361" y="7762"/>
                    <a:pt x="366" y="7558"/>
                    <a:pt x="371" y="7344"/>
                  </a:cubicBezTo>
                  <a:cubicBezTo>
                    <a:pt x="387" y="6629"/>
                    <a:pt x="439" y="5897"/>
                    <a:pt x="486" y="5182"/>
                  </a:cubicBezTo>
                  <a:cubicBezTo>
                    <a:pt x="544" y="4341"/>
                    <a:pt x="606" y="3432"/>
                    <a:pt x="606" y="2607"/>
                  </a:cubicBezTo>
                  <a:cubicBezTo>
                    <a:pt x="606" y="1776"/>
                    <a:pt x="549" y="820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7" name="Google Shape;1122;p18">
              <a:extLst>
                <a:ext uri="{FF2B5EF4-FFF2-40B4-BE49-F238E27FC236}">
                  <a16:creationId xmlns:a16="http://schemas.microsoft.com/office/drawing/2014/main" id="{082E067E-368F-A38E-0F9B-574B8AB7EEB9}"/>
                </a:ext>
              </a:extLst>
            </p:cNvPr>
            <p:cNvSpPr/>
            <p:nvPr userDrawn="1"/>
          </p:nvSpPr>
          <p:spPr>
            <a:xfrm>
              <a:off x="4525761" y="4338341"/>
              <a:ext cx="27586" cy="362748"/>
            </a:xfrm>
            <a:custGeom>
              <a:avLst/>
              <a:gdLst/>
              <a:ahLst/>
              <a:cxnLst/>
              <a:rect l="l" t="t" r="r" b="b"/>
              <a:pathLst>
                <a:path w="862" h="11335" extrusionOk="0">
                  <a:moveTo>
                    <a:pt x="120" y="0"/>
                  </a:moveTo>
                  <a:lnTo>
                    <a:pt x="0" y="63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63"/>
                    <a:pt x="402" y="4336"/>
                    <a:pt x="345" y="5176"/>
                  </a:cubicBezTo>
                  <a:cubicBezTo>
                    <a:pt x="303" y="5882"/>
                    <a:pt x="246" y="6623"/>
                    <a:pt x="235" y="7344"/>
                  </a:cubicBezTo>
                  <a:cubicBezTo>
                    <a:pt x="230" y="7543"/>
                    <a:pt x="225" y="7731"/>
                    <a:pt x="225" y="7908"/>
                  </a:cubicBezTo>
                  <a:cubicBezTo>
                    <a:pt x="183" y="9162"/>
                    <a:pt x="157" y="10060"/>
                    <a:pt x="737" y="11335"/>
                  </a:cubicBezTo>
                  <a:lnTo>
                    <a:pt x="862" y="11277"/>
                  </a:lnTo>
                  <a:cubicBezTo>
                    <a:pt x="293" y="10034"/>
                    <a:pt x="319" y="9193"/>
                    <a:pt x="361" y="7913"/>
                  </a:cubicBezTo>
                  <a:cubicBezTo>
                    <a:pt x="361" y="7731"/>
                    <a:pt x="366" y="7543"/>
                    <a:pt x="371" y="7344"/>
                  </a:cubicBezTo>
                  <a:cubicBezTo>
                    <a:pt x="387" y="6629"/>
                    <a:pt x="439" y="5897"/>
                    <a:pt x="486" y="5187"/>
                  </a:cubicBezTo>
                  <a:cubicBezTo>
                    <a:pt x="543" y="4341"/>
                    <a:pt x="616" y="3437"/>
                    <a:pt x="606" y="2607"/>
                  </a:cubicBezTo>
                  <a:cubicBezTo>
                    <a:pt x="601" y="1776"/>
                    <a:pt x="549" y="82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8" name="Google Shape;1123;p18">
              <a:extLst>
                <a:ext uri="{FF2B5EF4-FFF2-40B4-BE49-F238E27FC236}">
                  <a16:creationId xmlns:a16="http://schemas.microsoft.com/office/drawing/2014/main" id="{0E1C05B7-33BC-167B-25F0-4733D5A3723F}"/>
                </a:ext>
              </a:extLst>
            </p:cNvPr>
            <p:cNvSpPr/>
            <p:nvPr userDrawn="1"/>
          </p:nvSpPr>
          <p:spPr>
            <a:xfrm>
              <a:off x="4574213" y="4338341"/>
              <a:ext cx="27618" cy="362748"/>
            </a:xfrm>
            <a:custGeom>
              <a:avLst/>
              <a:gdLst/>
              <a:ahLst/>
              <a:cxnLst/>
              <a:rect l="l" t="t" r="r" b="b"/>
              <a:pathLst>
                <a:path w="863" h="11335" extrusionOk="0">
                  <a:moveTo>
                    <a:pt x="121" y="0"/>
                  </a:moveTo>
                  <a:lnTo>
                    <a:pt x="1" y="63"/>
                  </a:lnTo>
                  <a:cubicBezTo>
                    <a:pt x="413" y="857"/>
                    <a:pt x="466" y="1750"/>
                    <a:pt x="466" y="2607"/>
                  </a:cubicBezTo>
                  <a:cubicBezTo>
                    <a:pt x="466" y="3463"/>
                    <a:pt x="403" y="4336"/>
                    <a:pt x="346" y="5176"/>
                  </a:cubicBezTo>
                  <a:cubicBezTo>
                    <a:pt x="299" y="5882"/>
                    <a:pt x="246" y="6623"/>
                    <a:pt x="236" y="7339"/>
                  </a:cubicBezTo>
                  <a:cubicBezTo>
                    <a:pt x="231" y="7543"/>
                    <a:pt x="225" y="7725"/>
                    <a:pt x="225" y="7908"/>
                  </a:cubicBezTo>
                  <a:cubicBezTo>
                    <a:pt x="184" y="9162"/>
                    <a:pt x="158" y="10060"/>
                    <a:pt x="737" y="11335"/>
                  </a:cubicBezTo>
                  <a:lnTo>
                    <a:pt x="863" y="11277"/>
                  </a:lnTo>
                  <a:cubicBezTo>
                    <a:pt x="293" y="10034"/>
                    <a:pt x="319" y="9193"/>
                    <a:pt x="361" y="7913"/>
                  </a:cubicBezTo>
                  <a:cubicBezTo>
                    <a:pt x="361" y="7731"/>
                    <a:pt x="366" y="7543"/>
                    <a:pt x="372" y="7344"/>
                  </a:cubicBezTo>
                  <a:cubicBezTo>
                    <a:pt x="387" y="6623"/>
                    <a:pt x="440" y="5887"/>
                    <a:pt x="487" y="5187"/>
                  </a:cubicBezTo>
                  <a:cubicBezTo>
                    <a:pt x="544" y="4341"/>
                    <a:pt x="617" y="3437"/>
                    <a:pt x="607" y="2607"/>
                  </a:cubicBezTo>
                  <a:cubicBezTo>
                    <a:pt x="602" y="1776"/>
                    <a:pt x="549" y="815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9" name="Google Shape;1124;p18">
              <a:extLst>
                <a:ext uri="{FF2B5EF4-FFF2-40B4-BE49-F238E27FC236}">
                  <a16:creationId xmlns:a16="http://schemas.microsoft.com/office/drawing/2014/main" id="{06CD329E-7B6A-FC9B-FD55-60711A342BBD}"/>
                </a:ext>
              </a:extLst>
            </p:cNvPr>
            <p:cNvSpPr/>
            <p:nvPr userDrawn="1"/>
          </p:nvSpPr>
          <p:spPr>
            <a:xfrm>
              <a:off x="4622522" y="4338341"/>
              <a:ext cx="27778" cy="362908"/>
            </a:xfrm>
            <a:custGeom>
              <a:avLst/>
              <a:gdLst/>
              <a:ahLst/>
              <a:cxnLst/>
              <a:rect l="l" t="t" r="r" b="b"/>
              <a:pathLst>
                <a:path w="868" h="11340" extrusionOk="0">
                  <a:moveTo>
                    <a:pt x="121" y="0"/>
                  </a:moveTo>
                  <a:lnTo>
                    <a:pt x="1" y="58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63"/>
                    <a:pt x="408" y="4330"/>
                    <a:pt x="345" y="5176"/>
                  </a:cubicBezTo>
                  <a:cubicBezTo>
                    <a:pt x="303" y="5882"/>
                    <a:pt x="246" y="6613"/>
                    <a:pt x="236" y="7339"/>
                  </a:cubicBezTo>
                  <a:cubicBezTo>
                    <a:pt x="230" y="7527"/>
                    <a:pt x="225" y="7710"/>
                    <a:pt x="225" y="7882"/>
                  </a:cubicBezTo>
                  <a:cubicBezTo>
                    <a:pt x="183" y="9146"/>
                    <a:pt x="157" y="10065"/>
                    <a:pt x="747" y="11340"/>
                  </a:cubicBezTo>
                  <a:lnTo>
                    <a:pt x="868" y="11288"/>
                  </a:lnTo>
                  <a:cubicBezTo>
                    <a:pt x="293" y="10034"/>
                    <a:pt x="319" y="9136"/>
                    <a:pt x="361" y="7887"/>
                  </a:cubicBezTo>
                  <a:cubicBezTo>
                    <a:pt x="361" y="7710"/>
                    <a:pt x="366" y="7537"/>
                    <a:pt x="371" y="7344"/>
                  </a:cubicBezTo>
                  <a:cubicBezTo>
                    <a:pt x="387" y="6623"/>
                    <a:pt x="439" y="5887"/>
                    <a:pt x="486" y="5187"/>
                  </a:cubicBezTo>
                  <a:cubicBezTo>
                    <a:pt x="544" y="4341"/>
                    <a:pt x="617" y="3437"/>
                    <a:pt x="606" y="2607"/>
                  </a:cubicBezTo>
                  <a:cubicBezTo>
                    <a:pt x="601" y="1776"/>
                    <a:pt x="549" y="815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0" name="Google Shape;1125;p18">
              <a:extLst>
                <a:ext uri="{FF2B5EF4-FFF2-40B4-BE49-F238E27FC236}">
                  <a16:creationId xmlns:a16="http://schemas.microsoft.com/office/drawing/2014/main" id="{AB0E4C27-4A52-1235-EE24-28DDE9C046C7}"/>
                </a:ext>
              </a:extLst>
            </p:cNvPr>
            <p:cNvSpPr/>
            <p:nvPr userDrawn="1"/>
          </p:nvSpPr>
          <p:spPr>
            <a:xfrm>
              <a:off x="4671005" y="4338181"/>
              <a:ext cx="28450" cy="364732"/>
            </a:xfrm>
            <a:custGeom>
              <a:avLst/>
              <a:gdLst/>
              <a:ahLst/>
              <a:cxnLst/>
              <a:rect l="l" t="t" r="r" b="b"/>
              <a:pathLst>
                <a:path w="889" h="11397" extrusionOk="0">
                  <a:moveTo>
                    <a:pt x="120" y="0"/>
                  </a:moveTo>
                  <a:lnTo>
                    <a:pt x="0" y="63"/>
                  </a:lnTo>
                  <a:cubicBezTo>
                    <a:pt x="413" y="862"/>
                    <a:pt x="465" y="1739"/>
                    <a:pt x="465" y="2601"/>
                  </a:cubicBezTo>
                  <a:cubicBezTo>
                    <a:pt x="465" y="3463"/>
                    <a:pt x="402" y="4335"/>
                    <a:pt x="345" y="5176"/>
                  </a:cubicBezTo>
                  <a:cubicBezTo>
                    <a:pt x="298" y="5887"/>
                    <a:pt x="246" y="6618"/>
                    <a:pt x="235" y="7344"/>
                  </a:cubicBezTo>
                  <a:cubicBezTo>
                    <a:pt x="230" y="7501"/>
                    <a:pt x="230" y="7647"/>
                    <a:pt x="225" y="7788"/>
                  </a:cubicBezTo>
                  <a:cubicBezTo>
                    <a:pt x="188" y="9125"/>
                    <a:pt x="162" y="10086"/>
                    <a:pt x="763" y="11397"/>
                  </a:cubicBezTo>
                  <a:lnTo>
                    <a:pt x="888" y="11340"/>
                  </a:lnTo>
                  <a:cubicBezTo>
                    <a:pt x="303" y="10060"/>
                    <a:pt x="329" y="9104"/>
                    <a:pt x="361" y="7793"/>
                  </a:cubicBezTo>
                  <a:cubicBezTo>
                    <a:pt x="366" y="7652"/>
                    <a:pt x="366" y="7501"/>
                    <a:pt x="371" y="7344"/>
                  </a:cubicBezTo>
                  <a:cubicBezTo>
                    <a:pt x="387" y="6623"/>
                    <a:pt x="439" y="5892"/>
                    <a:pt x="486" y="5187"/>
                  </a:cubicBezTo>
                  <a:cubicBezTo>
                    <a:pt x="543" y="4341"/>
                    <a:pt x="617" y="3427"/>
                    <a:pt x="606" y="2601"/>
                  </a:cubicBezTo>
                  <a:cubicBezTo>
                    <a:pt x="601" y="1781"/>
                    <a:pt x="549" y="82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1" name="Google Shape;1126;p18">
              <a:extLst>
                <a:ext uri="{FF2B5EF4-FFF2-40B4-BE49-F238E27FC236}">
                  <a16:creationId xmlns:a16="http://schemas.microsoft.com/office/drawing/2014/main" id="{D483F988-8163-2BB5-BD3F-6EE30F827CEA}"/>
                </a:ext>
              </a:extLst>
            </p:cNvPr>
            <p:cNvSpPr/>
            <p:nvPr userDrawn="1"/>
          </p:nvSpPr>
          <p:spPr>
            <a:xfrm>
              <a:off x="4719457" y="4338181"/>
              <a:ext cx="28450" cy="364572"/>
            </a:xfrm>
            <a:custGeom>
              <a:avLst/>
              <a:gdLst/>
              <a:ahLst/>
              <a:cxnLst/>
              <a:rect l="l" t="t" r="r" b="b"/>
              <a:pathLst>
                <a:path w="889" h="11392" extrusionOk="0">
                  <a:moveTo>
                    <a:pt x="121" y="0"/>
                  </a:moveTo>
                  <a:lnTo>
                    <a:pt x="1" y="63"/>
                  </a:lnTo>
                  <a:cubicBezTo>
                    <a:pt x="414" y="862"/>
                    <a:pt x="466" y="1745"/>
                    <a:pt x="466" y="2607"/>
                  </a:cubicBezTo>
                  <a:cubicBezTo>
                    <a:pt x="466" y="3468"/>
                    <a:pt x="403" y="4335"/>
                    <a:pt x="346" y="5176"/>
                  </a:cubicBezTo>
                  <a:cubicBezTo>
                    <a:pt x="299" y="5887"/>
                    <a:pt x="246" y="6618"/>
                    <a:pt x="236" y="7344"/>
                  </a:cubicBezTo>
                  <a:cubicBezTo>
                    <a:pt x="231" y="7495"/>
                    <a:pt x="231" y="7647"/>
                    <a:pt x="220" y="7788"/>
                  </a:cubicBezTo>
                  <a:cubicBezTo>
                    <a:pt x="189" y="9120"/>
                    <a:pt x="163" y="10086"/>
                    <a:pt x="764" y="11392"/>
                  </a:cubicBezTo>
                  <a:lnTo>
                    <a:pt x="889" y="11340"/>
                  </a:lnTo>
                  <a:cubicBezTo>
                    <a:pt x="304" y="10060"/>
                    <a:pt x="330" y="9109"/>
                    <a:pt x="361" y="7793"/>
                  </a:cubicBezTo>
                  <a:cubicBezTo>
                    <a:pt x="367" y="7652"/>
                    <a:pt x="367" y="7501"/>
                    <a:pt x="372" y="7344"/>
                  </a:cubicBezTo>
                  <a:cubicBezTo>
                    <a:pt x="387" y="6628"/>
                    <a:pt x="440" y="5897"/>
                    <a:pt x="481" y="5192"/>
                  </a:cubicBezTo>
                  <a:cubicBezTo>
                    <a:pt x="544" y="4341"/>
                    <a:pt x="602" y="3427"/>
                    <a:pt x="602" y="2607"/>
                  </a:cubicBezTo>
                  <a:cubicBezTo>
                    <a:pt x="602" y="1781"/>
                    <a:pt x="549" y="820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2" name="Google Shape;1127;p18">
              <a:extLst>
                <a:ext uri="{FF2B5EF4-FFF2-40B4-BE49-F238E27FC236}">
                  <a16:creationId xmlns:a16="http://schemas.microsoft.com/office/drawing/2014/main" id="{02A74062-9FBA-397F-5A86-A68F8F7F1603}"/>
                </a:ext>
              </a:extLst>
            </p:cNvPr>
            <p:cNvSpPr/>
            <p:nvPr userDrawn="1"/>
          </p:nvSpPr>
          <p:spPr>
            <a:xfrm>
              <a:off x="4767941" y="4338181"/>
              <a:ext cx="28450" cy="364572"/>
            </a:xfrm>
            <a:custGeom>
              <a:avLst/>
              <a:gdLst/>
              <a:ahLst/>
              <a:cxnLst/>
              <a:rect l="l" t="t" r="r" b="b"/>
              <a:pathLst>
                <a:path w="889" h="11392" extrusionOk="0">
                  <a:moveTo>
                    <a:pt x="116" y="0"/>
                  </a:moveTo>
                  <a:lnTo>
                    <a:pt x="1" y="63"/>
                  </a:lnTo>
                  <a:cubicBezTo>
                    <a:pt x="413" y="862"/>
                    <a:pt x="465" y="1745"/>
                    <a:pt x="465" y="2607"/>
                  </a:cubicBezTo>
                  <a:cubicBezTo>
                    <a:pt x="465" y="3468"/>
                    <a:pt x="403" y="4335"/>
                    <a:pt x="345" y="5176"/>
                  </a:cubicBezTo>
                  <a:cubicBezTo>
                    <a:pt x="298" y="5887"/>
                    <a:pt x="246" y="6618"/>
                    <a:pt x="236" y="7344"/>
                  </a:cubicBezTo>
                  <a:cubicBezTo>
                    <a:pt x="230" y="7495"/>
                    <a:pt x="230" y="7647"/>
                    <a:pt x="220" y="7788"/>
                  </a:cubicBezTo>
                  <a:cubicBezTo>
                    <a:pt x="189" y="9120"/>
                    <a:pt x="163" y="10086"/>
                    <a:pt x="763" y="11392"/>
                  </a:cubicBezTo>
                  <a:lnTo>
                    <a:pt x="889" y="11340"/>
                  </a:lnTo>
                  <a:cubicBezTo>
                    <a:pt x="304" y="10055"/>
                    <a:pt x="330" y="9109"/>
                    <a:pt x="361" y="7793"/>
                  </a:cubicBezTo>
                  <a:cubicBezTo>
                    <a:pt x="366" y="7652"/>
                    <a:pt x="366" y="7501"/>
                    <a:pt x="371" y="7344"/>
                  </a:cubicBezTo>
                  <a:cubicBezTo>
                    <a:pt x="387" y="6628"/>
                    <a:pt x="439" y="5897"/>
                    <a:pt x="481" y="5192"/>
                  </a:cubicBezTo>
                  <a:cubicBezTo>
                    <a:pt x="544" y="4341"/>
                    <a:pt x="601" y="3432"/>
                    <a:pt x="601" y="2607"/>
                  </a:cubicBezTo>
                  <a:cubicBezTo>
                    <a:pt x="601" y="1776"/>
                    <a:pt x="549" y="820"/>
                    <a:pt x="1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3" name="Google Shape;1128;p18">
              <a:extLst>
                <a:ext uri="{FF2B5EF4-FFF2-40B4-BE49-F238E27FC236}">
                  <a16:creationId xmlns:a16="http://schemas.microsoft.com/office/drawing/2014/main" id="{8FC17EE0-AF36-4345-090B-125214E1F28B}"/>
                </a:ext>
              </a:extLst>
            </p:cNvPr>
            <p:cNvSpPr/>
            <p:nvPr userDrawn="1"/>
          </p:nvSpPr>
          <p:spPr>
            <a:xfrm>
              <a:off x="4816425" y="4338181"/>
              <a:ext cx="28450" cy="364572"/>
            </a:xfrm>
            <a:custGeom>
              <a:avLst/>
              <a:gdLst/>
              <a:ahLst/>
              <a:cxnLst/>
              <a:rect l="l" t="t" r="r" b="b"/>
              <a:pathLst>
                <a:path w="889" h="11392" extrusionOk="0">
                  <a:moveTo>
                    <a:pt x="120" y="0"/>
                  </a:moveTo>
                  <a:lnTo>
                    <a:pt x="0" y="63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58"/>
                    <a:pt x="403" y="4335"/>
                    <a:pt x="345" y="5176"/>
                  </a:cubicBezTo>
                  <a:cubicBezTo>
                    <a:pt x="298" y="5881"/>
                    <a:pt x="246" y="6618"/>
                    <a:pt x="235" y="7344"/>
                  </a:cubicBezTo>
                  <a:cubicBezTo>
                    <a:pt x="230" y="7495"/>
                    <a:pt x="230" y="7647"/>
                    <a:pt x="225" y="7788"/>
                  </a:cubicBezTo>
                  <a:cubicBezTo>
                    <a:pt x="188" y="9120"/>
                    <a:pt x="162" y="10086"/>
                    <a:pt x="763" y="11392"/>
                  </a:cubicBezTo>
                  <a:lnTo>
                    <a:pt x="888" y="11334"/>
                  </a:lnTo>
                  <a:cubicBezTo>
                    <a:pt x="303" y="10055"/>
                    <a:pt x="329" y="9109"/>
                    <a:pt x="361" y="7788"/>
                  </a:cubicBezTo>
                  <a:cubicBezTo>
                    <a:pt x="366" y="7647"/>
                    <a:pt x="366" y="7501"/>
                    <a:pt x="371" y="7344"/>
                  </a:cubicBezTo>
                  <a:cubicBezTo>
                    <a:pt x="387" y="6628"/>
                    <a:pt x="439" y="5897"/>
                    <a:pt x="486" y="5181"/>
                  </a:cubicBezTo>
                  <a:cubicBezTo>
                    <a:pt x="544" y="4341"/>
                    <a:pt x="601" y="3432"/>
                    <a:pt x="601" y="2607"/>
                  </a:cubicBezTo>
                  <a:cubicBezTo>
                    <a:pt x="601" y="1776"/>
                    <a:pt x="549" y="82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4" name="Google Shape;1129;p18">
              <a:extLst>
                <a:ext uri="{FF2B5EF4-FFF2-40B4-BE49-F238E27FC236}">
                  <a16:creationId xmlns:a16="http://schemas.microsoft.com/office/drawing/2014/main" id="{359306FC-B8BA-4320-DCFD-6419FBB3DC8F}"/>
                </a:ext>
              </a:extLst>
            </p:cNvPr>
            <p:cNvSpPr/>
            <p:nvPr userDrawn="1"/>
          </p:nvSpPr>
          <p:spPr>
            <a:xfrm>
              <a:off x="4864909" y="4338181"/>
              <a:ext cx="28418" cy="364572"/>
            </a:xfrm>
            <a:custGeom>
              <a:avLst/>
              <a:gdLst/>
              <a:ahLst/>
              <a:cxnLst/>
              <a:rect l="l" t="t" r="r" b="b"/>
              <a:pathLst>
                <a:path w="888" h="11392" extrusionOk="0">
                  <a:moveTo>
                    <a:pt x="115" y="0"/>
                  </a:moveTo>
                  <a:lnTo>
                    <a:pt x="0" y="63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58"/>
                    <a:pt x="402" y="4335"/>
                    <a:pt x="345" y="5176"/>
                  </a:cubicBezTo>
                  <a:cubicBezTo>
                    <a:pt x="298" y="5881"/>
                    <a:pt x="246" y="6618"/>
                    <a:pt x="235" y="7339"/>
                  </a:cubicBezTo>
                  <a:cubicBezTo>
                    <a:pt x="230" y="7495"/>
                    <a:pt x="230" y="7647"/>
                    <a:pt x="219" y="7788"/>
                  </a:cubicBezTo>
                  <a:cubicBezTo>
                    <a:pt x="188" y="9120"/>
                    <a:pt x="162" y="10086"/>
                    <a:pt x="763" y="11392"/>
                  </a:cubicBezTo>
                  <a:lnTo>
                    <a:pt x="888" y="11334"/>
                  </a:lnTo>
                  <a:cubicBezTo>
                    <a:pt x="303" y="10055"/>
                    <a:pt x="329" y="9109"/>
                    <a:pt x="360" y="7788"/>
                  </a:cubicBezTo>
                  <a:cubicBezTo>
                    <a:pt x="366" y="7647"/>
                    <a:pt x="366" y="7495"/>
                    <a:pt x="371" y="7344"/>
                  </a:cubicBezTo>
                  <a:cubicBezTo>
                    <a:pt x="387" y="6628"/>
                    <a:pt x="439" y="5897"/>
                    <a:pt x="481" y="5181"/>
                  </a:cubicBezTo>
                  <a:cubicBezTo>
                    <a:pt x="543" y="4341"/>
                    <a:pt x="601" y="3432"/>
                    <a:pt x="601" y="2607"/>
                  </a:cubicBezTo>
                  <a:cubicBezTo>
                    <a:pt x="601" y="1776"/>
                    <a:pt x="548" y="820"/>
                    <a:pt x="1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5" name="Google Shape;1130;p18">
              <a:extLst>
                <a:ext uri="{FF2B5EF4-FFF2-40B4-BE49-F238E27FC236}">
                  <a16:creationId xmlns:a16="http://schemas.microsoft.com/office/drawing/2014/main" id="{4F17812E-3366-9B51-4F39-42325EB4E13E}"/>
                </a:ext>
              </a:extLst>
            </p:cNvPr>
            <p:cNvSpPr/>
            <p:nvPr userDrawn="1"/>
          </p:nvSpPr>
          <p:spPr>
            <a:xfrm>
              <a:off x="4913360" y="4338181"/>
              <a:ext cx="28450" cy="364572"/>
            </a:xfrm>
            <a:custGeom>
              <a:avLst/>
              <a:gdLst/>
              <a:ahLst/>
              <a:cxnLst/>
              <a:rect l="l" t="t" r="r" b="b"/>
              <a:pathLst>
                <a:path w="889" h="11392" extrusionOk="0">
                  <a:moveTo>
                    <a:pt x="121" y="0"/>
                  </a:moveTo>
                  <a:lnTo>
                    <a:pt x="1" y="58"/>
                  </a:lnTo>
                  <a:cubicBezTo>
                    <a:pt x="413" y="857"/>
                    <a:pt x="466" y="1750"/>
                    <a:pt x="466" y="2607"/>
                  </a:cubicBezTo>
                  <a:cubicBezTo>
                    <a:pt x="466" y="3458"/>
                    <a:pt x="403" y="4325"/>
                    <a:pt x="345" y="5171"/>
                  </a:cubicBezTo>
                  <a:cubicBezTo>
                    <a:pt x="298" y="5881"/>
                    <a:pt x="246" y="6613"/>
                    <a:pt x="236" y="7339"/>
                  </a:cubicBezTo>
                  <a:cubicBezTo>
                    <a:pt x="231" y="7495"/>
                    <a:pt x="231" y="7636"/>
                    <a:pt x="225" y="7783"/>
                  </a:cubicBezTo>
                  <a:cubicBezTo>
                    <a:pt x="189" y="9120"/>
                    <a:pt x="163" y="10081"/>
                    <a:pt x="763" y="11392"/>
                  </a:cubicBezTo>
                  <a:lnTo>
                    <a:pt x="889" y="11334"/>
                  </a:lnTo>
                  <a:cubicBezTo>
                    <a:pt x="304" y="10055"/>
                    <a:pt x="330" y="9099"/>
                    <a:pt x="361" y="7788"/>
                  </a:cubicBezTo>
                  <a:cubicBezTo>
                    <a:pt x="366" y="7647"/>
                    <a:pt x="366" y="7495"/>
                    <a:pt x="372" y="7344"/>
                  </a:cubicBezTo>
                  <a:cubicBezTo>
                    <a:pt x="387" y="6618"/>
                    <a:pt x="439" y="5887"/>
                    <a:pt x="486" y="5181"/>
                  </a:cubicBezTo>
                  <a:cubicBezTo>
                    <a:pt x="544" y="4335"/>
                    <a:pt x="601" y="3432"/>
                    <a:pt x="601" y="2607"/>
                  </a:cubicBezTo>
                  <a:cubicBezTo>
                    <a:pt x="601" y="1776"/>
                    <a:pt x="549" y="815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6" name="Google Shape;1131;p18">
              <a:extLst>
                <a:ext uri="{FF2B5EF4-FFF2-40B4-BE49-F238E27FC236}">
                  <a16:creationId xmlns:a16="http://schemas.microsoft.com/office/drawing/2014/main" id="{EA44DAED-9DFA-D78F-6ED0-DE7362A1CC3C}"/>
                </a:ext>
              </a:extLst>
            </p:cNvPr>
            <p:cNvSpPr/>
            <p:nvPr userDrawn="1"/>
          </p:nvSpPr>
          <p:spPr>
            <a:xfrm>
              <a:off x="4961844" y="4338181"/>
              <a:ext cx="28450" cy="364572"/>
            </a:xfrm>
            <a:custGeom>
              <a:avLst/>
              <a:gdLst/>
              <a:ahLst/>
              <a:cxnLst/>
              <a:rect l="l" t="t" r="r" b="b"/>
              <a:pathLst>
                <a:path w="889" h="11392" extrusionOk="0">
                  <a:moveTo>
                    <a:pt x="121" y="0"/>
                  </a:moveTo>
                  <a:lnTo>
                    <a:pt x="0" y="58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58"/>
                    <a:pt x="403" y="4325"/>
                    <a:pt x="345" y="5171"/>
                  </a:cubicBezTo>
                  <a:cubicBezTo>
                    <a:pt x="298" y="5881"/>
                    <a:pt x="246" y="6613"/>
                    <a:pt x="235" y="7339"/>
                  </a:cubicBezTo>
                  <a:cubicBezTo>
                    <a:pt x="230" y="7495"/>
                    <a:pt x="230" y="7636"/>
                    <a:pt x="220" y="7783"/>
                  </a:cubicBezTo>
                  <a:cubicBezTo>
                    <a:pt x="188" y="9120"/>
                    <a:pt x="162" y="10081"/>
                    <a:pt x="763" y="11392"/>
                  </a:cubicBezTo>
                  <a:lnTo>
                    <a:pt x="888" y="11334"/>
                  </a:lnTo>
                  <a:cubicBezTo>
                    <a:pt x="303" y="10055"/>
                    <a:pt x="329" y="9099"/>
                    <a:pt x="361" y="7788"/>
                  </a:cubicBezTo>
                  <a:cubicBezTo>
                    <a:pt x="366" y="7647"/>
                    <a:pt x="366" y="7495"/>
                    <a:pt x="371" y="7344"/>
                  </a:cubicBezTo>
                  <a:cubicBezTo>
                    <a:pt x="387" y="6618"/>
                    <a:pt x="439" y="5887"/>
                    <a:pt x="481" y="5181"/>
                  </a:cubicBezTo>
                  <a:cubicBezTo>
                    <a:pt x="544" y="4341"/>
                    <a:pt x="601" y="3432"/>
                    <a:pt x="601" y="2607"/>
                  </a:cubicBezTo>
                  <a:cubicBezTo>
                    <a:pt x="601" y="1776"/>
                    <a:pt x="549" y="815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7" name="Google Shape;1132;p18">
              <a:extLst>
                <a:ext uri="{FF2B5EF4-FFF2-40B4-BE49-F238E27FC236}">
                  <a16:creationId xmlns:a16="http://schemas.microsoft.com/office/drawing/2014/main" id="{2A278EAB-5FD4-DDD9-F995-FB11D7B79ACC}"/>
                </a:ext>
              </a:extLst>
            </p:cNvPr>
            <p:cNvSpPr/>
            <p:nvPr userDrawn="1"/>
          </p:nvSpPr>
          <p:spPr>
            <a:xfrm>
              <a:off x="5010328" y="4337989"/>
              <a:ext cx="28450" cy="364604"/>
            </a:xfrm>
            <a:custGeom>
              <a:avLst/>
              <a:gdLst/>
              <a:ahLst/>
              <a:cxnLst/>
              <a:rect l="l" t="t" r="r" b="b"/>
              <a:pathLst>
                <a:path w="889" h="11393" extrusionOk="0">
                  <a:moveTo>
                    <a:pt x="115" y="1"/>
                  </a:moveTo>
                  <a:lnTo>
                    <a:pt x="0" y="64"/>
                  </a:lnTo>
                  <a:cubicBezTo>
                    <a:pt x="413" y="863"/>
                    <a:pt x="465" y="1740"/>
                    <a:pt x="465" y="2602"/>
                  </a:cubicBezTo>
                  <a:cubicBezTo>
                    <a:pt x="465" y="3464"/>
                    <a:pt x="402" y="4336"/>
                    <a:pt x="345" y="5177"/>
                  </a:cubicBezTo>
                  <a:cubicBezTo>
                    <a:pt x="298" y="5887"/>
                    <a:pt x="246" y="6619"/>
                    <a:pt x="235" y="7345"/>
                  </a:cubicBezTo>
                  <a:cubicBezTo>
                    <a:pt x="230" y="7496"/>
                    <a:pt x="230" y="7642"/>
                    <a:pt x="219" y="7789"/>
                  </a:cubicBezTo>
                  <a:cubicBezTo>
                    <a:pt x="188" y="9120"/>
                    <a:pt x="162" y="10087"/>
                    <a:pt x="763" y="11393"/>
                  </a:cubicBezTo>
                  <a:lnTo>
                    <a:pt x="888" y="11340"/>
                  </a:lnTo>
                  <a:cubicBezTo>
                    <a:pt x="303" y="10061"/>
                    <a:pt x="329" y="9105"/>
                    <a:pt x="361" y="7794"/>
                  </a:cubicBezTo>
                  <a:cubicBezTo>
                    <a:pt x="366" y="7653"/>
                    <a:pt x="366" y="7501"/>
                    <a:pt x="371" y="7345"/>
                  </a:cubicBezTo>
                  <a:cubicBezTo>
                    <a:pt x="387" y="6624"/>
                    <a:pt x="439" y="5893"/>
                    <a:pt x="481" y="5187"/>
                  </a:cubicBezTo>
                  <a:cubicBezTo>
                    <a:pt x="543" y="4341"/>
                    <a:pt x="601" y="3427"/>
                    <a:pt x="601" y="2602"/>
                  </a:cubicBezTo>
                  <a:cubicBezTo>
                    <a:pt x="601" y="1782"/>
                    <a:pt x="549" y="821"/>
                    <a:pt x="1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8" name="Google Shape;1133;p18">
              <a:extLst>
                <a:ext uri="{FF2B5EF4-FFF2-40B4-BE49-F238E27FC236}">
                  <a16:creationId xmlns:a16="http://schemas.microsoft.com/office/drawing/2014/main" id="{FEA53EDA-8C6D-AF66-AC6F-520D23E57A5B}"/>
                </a:ext>
              </a:extLst>
            </p:cNvPr>
            <p:cNvSpPr/>
            <p:nvPr userDrawn="1"/>
          </p:nvSpPr>
          <p:spPr>
            <a:xfrm>
              <a:off x="5058780" y="4337989"/>
              <a:ext cx="28450" cy="364604"/>
            </a:xfrm>
            <a:custGeom>
              <a:avLst/>
              <a:gdLst/>
              <a:ahLst/>
              <a:cxnLst/>
              <a:rect l="l" t="t" r="r" b="b"/>
              <a:pathLst>
                <a:path w="889" h="11393" extrusionOk="0">
                  <a:moveTo>
                    <a:pt x="121" y="1"/>
                  </a:moveTo>
                  <a:lnTo>
                    <a:pt x="1" y="64"/>
                  </a:lnTo>
                  <a:cubicBezTo>
                    <a:pt x="413" y="863"/>
                    <a:pt x="466" y="1740"/>
                    <a:pt x="466" y="2602"/>
                  </a:cubicBezTo>
                  <a:cubicBezTo>
                    <a:pt x="466" y="3464"/>
                    <a:pt x="403" y="4336"/>
                    <a:pt x="346" y="5177"/>
                  </a:cubicBezTo>
                  <a:cubicBezTo>
                    <a:pt x="299" y="5887"/>
                    <a:pt x="246" y="6619"/>
                    <a:pt x="236" y="7345"/>
                  </a:cubicBezTo>
                  <a:cubicBezTo>
                    <a:pt x="231" y="7496"/>
                    <a:pt x="231" y="7642"/>
                    <a:pt x="225" y="7789"/>
                  </a:cubicBezTo>
                  <a:cubicBezTo>
                    <a:pt x="189" y="9120"/>
                    <a:pt x="163" y="10087"/>
                    <a:pt x="763" y="11393"/>
                  </a:cubicBezTo>
                  <a:lnTo>
                    <a:pt x="889" y="11340"/>
                  </a:lnTo>
                  <a:cubicBezTo>
                    <a:pt x="304" y="10061"/>
                    <a:pt x="330" y="9105"/>
                    <a:pt x="361" y="7794"/>
                  </a:cubicBezTo>
                  <a:cubicBezTo>
                    <a:pt x="366" y="7653"/>
                    <a:pt x="366" y="7501"/>
                    <a:pt x="372" y="7345"/>
                  </a:cubicBezTo>
                  <a:cubicBezTo>
                    <a:pt x="387" y="6624"/>
                    <a:pt x="440" y="5893"/>
                    <a:pt x="487" y="5187"/>
                  </a:cubicBezTo>
                  <a:cubicBezTo>
                    <a:pt x="544" y="4341"/>
                    <a:pt x="601" y="3433"/>
                    <a:pt x="601" y="2602"/>
                  </a:cubicBezTo>
                  <a:cubicBezTo>
                    <a:pt x="601" y="1777"/>
                    <a:pt x="549" y="821"/>
                    <a:pt x="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9" name="Google Shape;1134;p18">
              <a:extLst>
                <a:ext uri="{FF2B5EF4-FFF2-40B4-BE49-F238E27FC236}">
                  <a16:creationId xmlns:a16="http://schemas.microsoft.com/office/drawing/2014/main" id="{FFFFCE1B-05FC-D1BA-43D3-3F418DA97B9C}"/>
                </a:ext>
              </a:extLst>
            </p:cNvPr>
            <p:cNvSpPr/>
            <p:nvPr userDrawn="1"/>
          </p:nvSpPr>
          <p:spPr>
            <a:xfrm>
              <a:off x="5107263" y="4337989"/>
              <a:ext cx="28450" cy="364604"/>
            </a:xfrm>
            <a:custGeom>
              <a:avLst/>
              <a:gdLst/>
              <a:ahLst/>
              <a:cxnLst/>
              <a:rect l="l" t="t" r="r" b="b"/>
              <a:pathLst>
                <a:path w="889" h="11393" extrusionOk="0">
                  <a:moveTo>
                    <a:pt x="115" y="1"/>
                  </a:moveTo>
                  <a:lnTo>
                    <a:pt x="1" y="64"/>
                  </a:lnTo>
                  <a:cubicBezTo>
                    <a:pt x="413" y="852"/>
                    <a:pt x="465" y="1751"/>
                    <a:pt x="465" y="2602"/>
                  </a:cubicBezTo>
                  <a:cubicBezTo>
                    <a:pt x="465" y="3459"/>
                    <a:pt x="403" y="4336"/>
                    <a:pt x="345" y="5177"/>
                  </a:cubicBezTo>
                  <a:cubicBezTo>
                    <a:pt x="298" y="5882"/>
                    <a:pt x="246" y="6619"/>
                    <a:pt x="236" y="7345"/>
                  </a:cubicBezTo>
                  <a:cubicBezTo>
                    <a:pt x="230" y="7496"/>
                    <a:pt x="230" y="7642"/>
                    <a:pt x="220" y="7789"/>
                  </a:cubicBezTo>
                  <a:cubicBezTo>
                    <a:pt x="189" y="9120"/>
                    <a:pt x="162" y="10087"/>
                    <a:pt x="763" y="11393"/>
                  </a:cubicBezTo>
                  <a:lnTo>
                    <a:pt x="888" y="11335"/>
                  </a:lnTo>
                  <a:cubicBezTo>
                    <a:pt x="303" y="10055"/>
                    <a:pt x="330" y="9105"/>
                    <a:pt x="361" y="7789"/>
                  </a:cubicBezTo>
                  <a:cubicBezTo>
                    <a:pt x="366" y="7642"/>
                    <a:pt x="366" y="7501"/>
                    <a:pt x="371" y="7345"/>
                  </a:cubicBezTo>
                  <a:cubicBezTo>
                    <a:pt x="387" y="6624"/>
                    <a:pt x="439" y="5893"/>
                    <a:pt x="481" y="5182"/>
                  </a:cubicBezTo>
                  <a:cubicBezTo>
                    <a:pt x="544" y="4341"/>
                    <a:pt x="601" y="3433"/>
                    <a:pt x="601" y="2602"/>
                  </a:cubicBezTo>
                  <a:cubicBezTo>
                    <a:pt x="601" y="1777"/>
                    <a:pt x="549" y="821"/>
                    <a:pt x="1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0" name="Google Shape;1135;p18">
              <a:extLst>
                <a:ext uri="{FF2B5EF4-FFF2-40B4-BE49-F238E27FC236}">
                  <a16:creationId xmlns:a16="http://schemas.microsoft.com/office/drawing/2014/main" id="{2635C0BD-2E36-11DD-3766-38CA37068A88}"/>
                </a:ext>
              </a:extLst>
            </p:cNvPr>
            <p:cNvSpPr/>
            <p:nvPr userDrawn="1"/>
          </p:nvSpPr>
          <p:spPr>
            <a:xfrm>
              <a:off x="3977319" y="4318947"/>
              <a:ext cx="1185309" cy="34307"/>
            </a:xfrm>
            <a:custGeom>
              <a:avLst/>
              <a:gdLst/>
              <a:ahLst/>
              <a:cxnLst/>
              <a:rect l="l" t="t" r="r" b="b"/>
              <a:pathLst>
                <a:path w="37038" h="1072" extrusionOk="0">
                  <a:moveTo>
                    <a:pt x="17968" y="1"/>
                  </a:moveTo>
                  <a:lnTo>
                    <a:pt x="0" y="1"/>
                  </a:lnTo>
                  <a:lnTo>
                    <a:pt x="1066" y="1071"/>
                  </a:lnTo>
                  <a:lnTo>
                    <a:pt x="17968" y="1071"/>
                  </a:lnTo>
                  <a:lnTo>
                    <a:pt x="35967" y="1071"/>
                  </a:lnTo>
                  <a:lnTo>
                    <a:pt x="37037" y="1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1" name="Google Shape;1136;p18">
              <a:extLst>
                <a:ext uri="{FF2B5EF4-FFF2-40B4-BE49-F238E27FC236}">
                  <a16:creationId xmlns:a16="http://schemas.microsoft.com/office/drawing/2014/main" id="{22171BBC-6688-6C95-339F-D2B902EBEA18}"/>
                </a:ext>
              </a:extLst>
            </p:cNvPr>
            <p:cNvSpPr/>
            <p:nvPr userDrawn="1"/>
          </p:nvSpPr>
          <p:spPr>
            <a:xfrm>
              <a:off x="5128321" y="4318947"/>
              <a:ext cx="34307" cy="411552"/>
            </a:xfrm>
            <a:custGeom>
              <a:avLst/>
              <a:gdLst/>
              <a:ahLst/>
              <a:cxnLst/>
              <a:rect l="l" t="t" r="r" b="b"/>
              <a:pathLst>
                <a:path w="1072" h="12860" extrusionOk="0">
                  <a:moveTo>
                    <a:pt x="1071" y="1"/>
                  </a:moveTo>
                  <a:lnTo>
                    <a:pt x="1071" y="12860"/>
                  </a:lnTo>
                  <a:lnTo>
                    <a:pt x="1" y="12860"/>
                  </a:lnTo>
                  <a:lnTo>
                    <a:pt x="1" y="1071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2" name="Google Shape;1137;p18">
              <a:extLst>
                <a:ext uri="{FF2B5EF4-FFF2-40B4-BE49-F238E27FC236}">
                  <a16:creationId xmlns:a16="http://schemas.microsoft.com/office/drawing/2014/main" id="{F26A9E61-B92B-00D8-7272-0D8695DC5DD2}"/>
                </a:ext>
              </a:extLst>
            </p:cNvPr>
            <p:cNvSpPr/>
            <p:nvPr userDrawn="1"/>
          </p:nvSpPr>
          <p:spPr>
            <a:xfrm>
              <a:off x="3977319" y="4318947"/>
              <a:ext cx="34115" cy="411552"/>
            </a:xfrm>
            <a:custGeom>
              <a:avLst/>
              <a:gdLst/>
              <a:ahLst/>
              <a:cxnLst/>
              <a:rect l="l" t="t" r="r" b="b"/>
              <a:pathLst>
                <a:path w="1066" h="12860" extrusionOk="0">
                  <a:moveTo>
                    <a:pt x="0" y="1"/>
                  </a:moveTo>
                  <a:lnTo>
                    <a:pt x="0" y="12860"/>
                  </a:lnTo>
                  <a:lnTo>
                    <a:pt x="1066" y="12860"/>
                  </a:lnTo>
                  <a:lnTo>
                    <a:pt x="1066" y="1071"/>
                  </a:ln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3" name="Google Shape;1138;p18">
              <a:extLst>
                <a:ext uri="{FF2B5EF4-FFF2-40B4-BE49-F238E27FC236}">
                  <a16:creationId xmlns:a16="http://schemas.microsoft.com/office/drawing/2014/main" id="{B23F518A-120C-9438-67A1-9883E5CD3E24}"/>
                </a:ext>
              </a:extLst>
            </p:cNvPr>
            <p:cNvSpPr/>
            <p:nvPr userDrawn="1"/>
          </p:nvSpPr>
          <p:spPr>
            <a:xfrm>
              <a:off x="8630847" y="2165662"/>
              <a:ext cx="160813" cy="160813"/>
            </a:xfrm>
            <a:custGeom>
              <a:avLst/>
              <a:gdLst/>
              <a:ahLst/>
              <a:cxnLst/>
              <a:rect l="l" t="t" r="r" b="b"/>
              <a:pathLst>
                <a:path w="5025" h="5025" extrusionOk="0">
                  <a:moveTo>
                    <a:pt x="2513" y="0"/>
                  </a:moveTo>
                  <a:cubicBezTo>
                    <a:pt x="1123" y="0"/>
                    <a:pt x="0" y="1123"/>
                    <a:pt x="0" y="2513"/>
                  </a:cubicBezTo>
                  <a:cubicBezTo>
                    <a:pt x="0" y="3902"/>
                    <a:pt x="1123" y="5025"/>
                    <a:pt x="2513" y="5025"/>
                  </a:cubicBezTo>
                  <a:cubicBezTo>
                    <a:pt x="3902" y="5025"/>
                    <a:pt x="5025" y="3902"/>
                    <a:pt x="5025" y="2513"/>
                  </a:cubicBezTo>
                  <a:cubicBezTo>
                    <a:pt x="5025" y="1123"/>
                    <a:pt x="3902" y="0"/>
                    <a:pt x="2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4" name="Google Shape;1139;p18">
              <a:extLst>
                <a:ext uri="{FF2B5EF4-FFF2-40B4-BE49-F238E27FC236}">
                  <a16:creationId xmlns:a16="http://schemas.microsoft.com/office/drawing/2014/main" id="{6B4F1F68-7410-45A1-2458-5E9062ECE1AC}"/>
                </a:ext>
              </a:extLst>
            </p:cNvPr>
            <p:cNvSpPr/>
            <p:nvPr userDrawn="1"/>
          </p:nvSpPr>
          <p:spPr>
            <a:xfrm>
              <a:off x="8061683" y="2370734"/>
              <a:ext cx="158828" cy="145515"/>
            </a:xfrm>
            <a:custGeom>
              <a:avLst/>
              <a:gdLst/>
              <a:ahLst/>
              <a:cxnLst/>
              <a:rect l="l" t="t" r="r" b="b"/>
              <a:pathLst>
                <a:path w="4963" h="4547" extrusionOk="0">
                  <a:moveTo>
                    <a:pt x="2568" y="1"/>
                  </a:moveTo>
                  <a:cubicBezTo>
                    <a:pt x="1852" y="1"/>
                    <a:pt x="1164" y="341"/>
                    <a:pt x="732" y="941"/>
                  </a:cubicBezTo>
                  <a:cubicBezTo>
                    <a:pt x="1" y="1960"/>
                    <a:pt x="225" y="3375"/>
                    <a:pt x="1244" y="4117"/>
                  </a:cubicBezTo>
                  <a:cubicBezTo>
                    <a:pt x="1637" y="4402"/>
                    <a:pt x="2103" y="4546"/>
                    <a:pt x="2569" y="4546"/>
                  </a:cubicBezTo>
                  <a:cubicBezTo>
                    <a:pt x="2982" y="4546"/>
                    <a:pt x="3396" y="4434"/>
                    <a:pt x="3761" y="4206"/>
                  </a:cubicBezTo>
                  <a:cubicBezTo>
                    <a:pt x="4545" y="3725"/>
                    <a:pt x="4963" y="2821"/>
                    <a:pt x="4816" y="1913"/>
                  </a:cubicBezTo>
                  <a:cubicBezTo>
                    <a:pt x="4670" y="1004"/>
                    <a:pt x="3991" y="278"/>
                    <a:pt x="3098" y="64"/>
                  </a:cubicBezTo>
                  <a:cubicBezTo>
                    <a:pt x="2922" y="21"/>
                    <a:pt x="2744" y="1"/>
                    <a:pt x="2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5" name="Google Shape;1140;p18">
              <a:extLst>
                <a:ext uri="{FF2B5EF4-FFF2-40B4-BE49-F238E27FC236}">
                  <a16:creationId xmlns:a16="http://schemas.microsoft.com/office/drawing/2014/main" id="{1AA23A9C-0847-885E-0C63-C131375416E1}"/>
                </a:ext>
              </a:extLst>
            </p:cNvPr>
            <p:cNvSpPr/>
            <p:nvPr userDrawn="1"/>
          </p:nvSpPr>
          <p:spPr>
            <a:xfrm>
              <a:off x="7539485" y="2449681"/>
              <a:ext cx="148972" cy="143371"/>
            </a:xfrm>
            <a:custGeom>
              <a:avLst/>
              <a:gdLst/>
              <a:ahLst/>
              <a:cxnLst/>
              <a:rect l="l" t="t" r="r" b="b"/>
              <a:pathLst>
                <a:path w="4655" h="4480" extrusionOk="0">
                  <a:moveTo>
                    <a:pt x="2241" y="1"/>
                  </a:moveTo>
                  <a:cubicBezTo>
                    <a:pt x="1004" y="1"/>
                    <a:pt x="1" y="1004"/>
                    <a:pt x="1" y="2242"/>
                  </a:cubicBezTo>
                  <a:cubicBezTo>
                    <a:pt x="1" y="3145"/>
                    <a:pt x="549" y="3965"/>
                    <a:pt x="1385" y="4310"/>
                  </a:cubicBezTo>
                  <a:cubicBezTo>
                    <a:pt x="1662" y="4424"/>
                    <a:pt x="1953" y="4480"/>
                    <a:pt x="2243" y="4480"/>
                  </a:cubicBezTo>
                  <a:cubicBezTo>
                    <a:pt x="2825" y="4480"/>
                    <a:pt x="3398" y="4254"/>
                    <a:pt x="3824" y="3824"/>
                  </a:cubicBezTo>
                  <a:cubicBezTo>
                    <a:pt x="4466" y="3187"/>
                    <a:pt x="4654" y="2221"/>
                    <a:pt x="4310" y="1385"/>
                  </a:cubicBezTo>
                  <a:cubicBezTo>
                    <a:pt x="3965" y="549"/>
                    <a:pt x="3145" y="1"/>
                    <a:pt x="2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6" name="Google Shape;1141;p18">
              <a:extLst>
                <a:ext uri="{FF2B5EF4-FFF2-40B4-BE49-F238E27FC236}">
                  <a16:creationId xmlns:a16="http://schemas.microsoft.com/office/drawing/2014/main" id="{FE28DD00-10D1-60A9-B9FF-22CA5C7C239D}"/>
                </a:ext>
              </a:extLst>
            </p:cNvPr>
            <p:cNvSpPr/>
            <p:nvPr userDrawn="1"/>
          </p:nvSpPr>
          <p:spPr>
            <a:xfrm>
              <a:off x="7063768" y="2575739"/>
              <a:ext cx="131242" cy="126218"/>
            </a:xfrm>
            <a:custGeom>
              <a:avLst/>
              <a:gdLst/>
              <a:ahLst/>
              <a:cxnLst/>
              <a:rect l="l" t="t" r="r" b="b"/>
              <a:pathLst>
                <a:path w="4101" h="3944" extrusionOk="0">
                  <a:moveTo>
                    <a:pt x="1975" y="0"/>
                  </a:moveTo>
                  <a:cubicBezTo>
                    <a:pt x="883" y="5"/>
                    <a:pt x="6" y="883"/>
                    <a:pt x="1" y="1969"/>
                  </a:cubicBezTo>
                  <a:cubicBezTo>
                    <a:pt x="1" y="2768"/>
                    <a:pt x="481" y="3489"/>
                    <a:pt x="1218" y="3792"/>
                  </a:cubicBezTo>
                  <a:cubicBezTo>
                    <a:pt x="1461" y="3894"/>
                    <a:pt x="1717" y="3943"/>
                    <a:pt x="1970" y="3943"/>
                  </a:cubicBezTo>
                  <a:cubicBezTo>
                    <a:pt x="2483" y="3943"/>
                    <a:pt x="2987" y="3741"/>
                    <a:pt x="3364" y="3364"/>
                  </a:cubicBezTo>
                  <a:cubicBezTo>
                    <a:pt x="3929" y="2800"/>
                    <a:pt x="4101" y="1953"/>
                    <a:pt x="3793" y="1217"/>
                  </a:cubicBezTo>
                  <a:cubicBezTo>
                    <a:pt x="3490" y="481"/>
                    <a:pt x="2769" y="0"/>
                    <a:pt x="19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7" name="Google Shape;1142;p18">
              <a:extLst>
                <a:ext uri="{FF2B5EF4-FFF2-40B4-BE49-F238E27FC236}">
                  <a16:creationId xmlns:a16="http://schemas.microsoft.com/office/drawing/2014/main" id="{72493676-66E5-74B6-2692-A1BE5FCA03E5}"/>
                </a:ext>
              </a:extLst>
            </p:cNvPr>
            <p:cNvSpPr/>
            <p:nvPr userDrawn="1"/>
          </p:nvSpPr>
          <p:spPr>
            <a:xfrm>
              <a:off x="6603092" y="2669826"/>
              <a:ext cx="131434" cy="126154"/>
            </a:xfrm>
            <a:custGeom>
              <a:avLst/>
              <a:gdLst/>
              <a:ahLst/>
              <a:cxnLst/>
              <a:rect l="l" t="t" r="r" b="b"/>
              <a:pathLst>
                <a:path w="4107" h="3942" extrusionOk="0">
                  <a:moveTo>
                    <a:pt x="1971" y="1"/>
                  </a:moveTo>
                  <a:cubicBezTo>
                    <a:pt x="884" y="1"/>
                    <a:pt x="1" y="887"/>
                    <a:pt x="6" y="1975"/>
                  </a:cubicBezTo>
                  <a:cubicBezTo>
                    <a:pt x="11" y="2774"/>
                    <a:pt x="492" y="3490"/>
                    <a:pt x="1228" y="3793"/>
                  </a:cubicBezTo>
                  <a:cubicBezTo>
                    <a:pt x="1471" y="3893"/>
                    <a:pt x="1727" y="3941"/>
                    <a:pt x="1979" y="3941"/>
                  </a:cubicBezTo>
                  <a:cubicBezTo>
                    <a:pt x="2493" y="3941"/>
                    <a:pt x="2997" y="3740"/>
                    <a:pt x="3375" y="3359"/>
                  </a:cubicBezTo>
                  <a:cubicBezTo>
                    <a:pt x="3939" y="2795"/>
                    <a:pt x="4106" y="1949"/>
                    <a:pt x="3798" y="1212"/>
                  </a:cubicBezTo>
                  <a:cubicBezTo>
                    <a:pt x="3495" y="476"/>
                    <a:pt x="2774" y="1"/>
                    <a:pt x="1980" y="1"/>
                  </a:cubicBezTo>
                  <a:cubicBezTo>
                    <a:pt x="1977" y="1"/>
                    <a:pt x="1974" y="1"/>
                    <a:pt x="1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8" name="Google Shape;1143;p18">
              <a:extLst>
                <a:ext uri="{FF2B5EF4-FFF2-40B4-BE49-F238E27FC236}">
                  <a16:creationId xmlns:a16="http://schemas.microsoft.com/office/drawing/2014/main" id="{848514AE-CD7F-6EB3-4A81-A45CBF702FB4}"/>
                </a:ext>
              </a:extLst>
            </p:cNvPr>
            <p:cNvSpPr/>
            <p:nvPr userDrawn="1"/>
          </p:nvSpPr>
          <p:spPr>
            <a:xfrm>
              <a:off x="6164658" y="2720486"/>
              <a:ext cx="139947" cy="134635"/>
            </a:xfrm>
            <a:custGeom>
              <a:avLst/>
              <a:gdLst/>
              <a:ahLst/>
              <a:cxnLst/>
              <a:rect l="l" t="t" r="r" b="b"/>
              <a:pathLst>
                <a:path w="4373" h="4207" extrusionOk="0">
                  <a:moveTo>
                    <a:pt x="2106" y="0"/>
                  </a:moveTo>
                  <a:cubicBezTo>
                    <a:pt x="941" y="0"/>
                    <a:pt x="1" y="946"/>
                    <a:pt x="1" y="2110"/>
                  </a:cubicBezTo>
                  <a:cubicBezTo>
                    <a:pt x="6" y="2962"/>
                    <a:pt x="518" y="3724"/>
                    <a:pt x="1307" y="4048"/>
                  </a:cubicBezTo>
                  <a:cubicBezTo>
                    <a:pt x="1564" y="4155"/>
                    <a:pt x="1835" y="4206"/>
                    <a:pt x="2104" y="4206"/>
                  </a:cubicBezTo>
                  <a:cubicBezTo>
                    <a:pt x="2652" y="4206"/>
                    <a:pt x="3191" y="3991"/>
                    <a:pt x="3594" y="3588"/>
                  </a:cubicBezTo>
                  <a:cubicBezTo>
                    <a:pt x="4195" y="2988"/>
                    <a:pt x="4372" y="2084"/>
                    <a:pt x="4043" y="1296"/>
                  </a:cubicBezTo>
                  <a:cubicBezTo>
                    <a:pt x="3720" y="512"/>
                    <a:pt x="2952" y="0"/>
                    <a:pt x="21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9" name="Google Shape;1144;p18">
              <a:extLst>
                <a:ext uri="{FF2B5EF4-FFF2-40B4-BE49-F238E27FC236}">
                  <a16:creationId xmlns:a16="http://schemas.microsoft.com/office/drawing/2014/main" id="{013788D2-4DF0-66FE-D5EA-A7251DB67757}"/>
                </a:ext>
              </a:extLst>
            </p:cNvPr>
            <p:cNvSpPr/>
            <p:nvPr userDrawn="1"/>
          </p:nvSpPr>
          <p:spPr>
            <a:xfrm>
              <a:off x="5644489" y="2747880"/>
              <a:ext cx="139787" cy="134603"/>
            </a:xfrm>
            <a:custGeom>
              <a:avLst/>
              <a:gdLst/>
              <a:ahLst/>
              <a:cxnLst/>
              <a:rect l="l" t="t" r="r" b="b"/>
              <a:pathLst>
                <a:path w="4368" h="4206" extrusionOk="0">
                  <a:moveTo>
                    <a:pt x="2100" y="1"/>
                  </a:moveTo>
                  <a:cubicBezTo>
                    <a:pt x="941" y="1"/>
                    <a:pt x="1" y="941"/>
                    <a:pt x="1" y="2106"/>
                  </a:cubicBezTo>
                  <a:cubicBezTo>
                    <a:pt x="1" y="2952"/>
                    <a:pt x="512" y="3720"/>
                    <a:pt x="1296" y="4043"/>
                  </a:cubicBezTo>
                  <a:cubicBezTo>
                    <a:pt x="1557" y="4153"/>
                    <a:pt x="1831" y="4205"/>
                    <a:pt x="2103" y="4205"/>
                  </a:cubicBezTo>
                  <a:cubicBezTo>
                    <a:pt x="2650" y="4205"/>
                    <a:pt x="3187" y="3991"/>
                    <a:pt x="3589" y="3589"/>
                  </a:cubicBezTo>
                  <a:cubicBezTo>
                    <a:pt x="4189" y="2988"/>
                    <a:pt x="4367" y="2085"/>
                    <a:pt x="4043" y="1296"/>
                  </a:cubicBezTo>
                  <a:cubicBezTo>
                    <a:pt x="3719" y="513"/>
                    <a:pt x="2952" y="1"/>
                    <a:pt x="2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0" name="Google Shape;1145;p18">
              <a:extLst>
                <a:ext uri="{FF2B5EF4-FFF2-40B4-BE49-F238E27FC236}">
                  <a16:creationId xmlns:a16="http://schemas.microsoft.com/office/drawing/2014/main" id="{F7D35D55-88E4-51AA-295E-A038727ACABD}"/>
                </a:ext>
              </a:extLst>
            </p:cNvPr>
            <p:cNvSpPr/>
            <p:nvPr userDrawn="1"/>
          </p:nvSpPr>
          <p:spPr>
            <a:xfrm>
              <a:off x="5107103" y="2769962"/>
              <a:ext cx="139755" cy="134667"/>
            </a:xfrm>
            <a:custGeom>
              <a:avLst/>
              <a:gdLst/>
              <a:ahLst/>
              <a:cxnLst/>
              <a:rect l="l" t="t" r="r" b="b"/>
              <a:pathLst>
                <a:path w="4367" h="4208" extrusionOk="0">
                  <a:moveTo>
                    <a:pt x="2100" y="0"/>
                  </a:moveTo>
                  <a:cubicBezTo>
                    <a:pt x="940" y="0"/>
                    <a:pt x="0" y="946"/>
                    <a:pt x="0" y="2105"/>
                  </a:cubicBezTo>
                  <a:cubicBezTo>
                    <a:pt x="0" y="2957"/>
                    <a:pt x="512" y="3724"/>
                    <a:pt x="1296" y="4048"/>
                  </a:cubicBezTo>
                  <a:cubicBezTo>
                    <a:pt x="1557" y="4155"/>
                    <a:pt x="1831" y="4208"/>
                    <a:pt x="2103" y="4208"/>
                  </a:cubicBezTo>
                  <a:cubicBezTo>
                    <a:pt x="2650" y="4208"/>
                    <a:pt x="3187" y="3995"/>
                    <a:pt x="3589" y="3594"/>
                  </a:cubicBezTo>
                  <a:cubicBezTo>
                    <a:pt x="4189" y="2988"/>
                    <a:pt x="4367" y="2084"/>
                    <a:pt x="4043" y="1301"/>
                  </a:cubicBezTo>
                  <a:cubicBezTo>
                    <a:pt x="3719" y="517"/>
                    <a:pt x="2951" y="0"/>
                    <a:pt x="2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1" name="Google Shape;1146;p18">
              <a:extLst>
                <a:ext uri="{FF2B5EF4-FFF2-40B4-BE49-F238E27FC236}">
                  <a16:creationId xmlns:a16="http://schemas.microsoft.com/office/drawing/2014/main" id="{5F4543C6-D380-D176-0DEE-68518E36DF50}"/>
                </a:ext>
              </a:extLst>
            </p:cNvPr>
            <p:cNvSpPr/>
            <p:nvPr userDrawn="1"/>
          </p:nvSpPr>
          <p:spPr>
            <a:xfrm>
              <a:off x="1036097" y="2302406"/>
              <a:ext cx="167693" cy="160909"/>
            </a:xfrm>
            <a:custGeom>
              <a:avLst/>
              <a:gdLst/>
              <a:ahLst/>
              <a:cxnLst/>
              <a:rect l="l" t="t" r="r" b="b"/>
              <a:pathLst>
                <a:path w="5240" h="5028" extrusionOk="0">
                  <a:moveTo>
                    <a:pt x="2708" y="1"/>
                  </a:moveTo>
                  <a:cubicBezTo>
                    <a:pt x="2692" y="1"/>
                    <a:pt x="2676" y="1"/>
                    <a:pt x="2659" y="1"/>
                  </a:cubicBezTo>
                  <a:cubicBezTo>
                    <a:pt x="1641" y="22"/>
                    <a:pt x="737" y="654"/>
                    <a:pt x="367" y="1600"/>
                  </a:cubicBezTo>
                  <a:cubicBezTo>
                    <a:pt x="1" y="2545"/>
                    <a:pt x="236" y="3621"/>
                    <a:pt x="967" y="4326"/>
                  </a:cubicBezTo>
                  <a:cubicBezTo>
                    <a:pt x="1444" y="4786"/>
                    <a:pt x="2072" y="5028"/>
                    <a:pt x="2708" y="5028"/>
                  </a:cubicBezTo>
                  <a:cubicBezTo>
                    <a:pt x="3048" y="5028"/>
                    <a:pt x="3391" y="4959"/>
                    <a:pt x="3715" y="4817"/>
                  </a:cubicBezTo>
                  <a:cubicBezTo>
                    <a:pt x="4644" y="4410"/>
                    <a:pt x="5240" y="3485"/>
                    <a:pt x="5224" y="2472"/>
                  </a:cubicBezTo>
                  <a:cubicBezTo>
                    <a:pt x="5193" y="1093"/>
                    <a:pt x="4075" y="1"/>
                    <a:pt x="27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2" name="Google Shape;1147;p18">
              <a:extLst>
                <a:ext uri="{FF2B5EF4-FFF2-40B4-BE49-F238E27FC236}">
                  <a16:creationId xmlns:a16="http://schemas.microsoft.com/office/drawing/2014/main" id="{169A4C97-824B-6C05-CFA1-0C6B0F1099AF}"/>
                </a:ext>
              </a:extLst>
            </p:cNvPr>
            <p:cNvSpPr/>
            <p:nvPr userDrawn="1"/>
          </p:nvSpPr>
          <p:spPr>
            <a:xfrm>
              <a:off x="482678" y="2110135"/>
              <a:ext cx="190575" cy="167661"/>
            </a:xfrm>
            <a:custGeom>
              <a:avLst/>
              <a:gdLst/>
              <a:ahLst/>
              <a:cxnLst/>
              <a:rect l="l" t="t" r="r" b="b"/>
              <a:pathLst>
                <a:path w="5955" h="5239" extrusionOk="0">
                  <a:moveTo>
                    <a:pt x="2980" y="0"/>
                  </a:moveTo>
                  <a:cubicBezTo>
                    <a:pt x="1974" y="0"/>
                    <a:pt x="1013" y="582"/>
                    <a:pt x="580" y="1564"/>
                  </a:cubicBezTo>
                  <a:cubicBezTo>
                    <a:pt x="0" y="2886"/>
                    <a:pt x="601" y="4432"/>
                    <a:pt x="1922" y="5017"/>
                  </a:cubicBezTo>
                  <a:cubicBezTo>
                    <a:pt x="2265" y="5167"/>
                    <a:pt x="2623" y="5239"/>
                    <a:pt x="2975" y="5239"/>
                  </a:cubicBezTo>
                  <a:cubicBezTo>
                    <a:pt x="3981" y="5239"/>
                    <a:pt x="4942" y="4657"/>
                    <a:pt x="5375" y="3675"/>
                  </a:cubicBezTo>
                  <a:cubicBezTo>
                    <a:pt x="5955" y="2353"/>
                    <a:pt x="5359" y="807"/>
                    <a:pt x="4033" y="222"/>
                  </a:cubicBezTo>
                  <a:cubicBezTo>
                    <a:pt x="3690" y="72"/>
                    <a:pt x="3332" y="0"/>
                    <a:pt x="2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3" name="Google Shape;1148;p18">
              <a:extLst>
                <a:ext uri="{FF2B5EF4-FFF2-40B4-BE49-F238E27FC236}">
                  <a16:creationId xmlns:a16="http://schemas.microsoft.com/office/drawing/2014/main" id="{2F2521FF-CBD3-1B6B-56E1-04CAB276B720}"/>
                </a:ext>
              </a:extLst>
            </p:cNvPr>
            <p:cNvSpPr/>
            <p:nvPr userDrawn="1"/>
          </p:nvSpPr>
          <p:spPr>
            <a:xfrm>
              <a:off x="1499462" y="2450513"/>
              <a:ext cx="151788" cy="145515"/>
            </a:xfrm>
            <a:custGeom>
              <a:avLst/>
              <a:gdLst/>
              <a:ahLst/>
              <a:cxnLst/>
              <a:rect l="l" t="t" r="r" b="b"/>
              <a:pathLst>
                <a:path w="4743" h="4547" extrusionOk="0">
                  <a:moveTo>
                    <a:pt x="2451" y="0"/>
                  </a:moveTo>
                  <a:cubicBezTo>
                    <a:pt x="2435" y="0"/>
                    <a:pt x="2419" y="1"/>
                    <a:pt x="2403" y="1"/>
                  </a:cubicBezTo>
                  <a:cubicBezTo>
                    <a:pt x="1484" y="22"/>
                    <a:pt x="669" y="591"/>
                    <a:pt x="335" y="1448"/>
                  </a:cubicBezTo>
                  <a:cubicBezTo>
                    <a:pt x="0" y="2304"/>
                    <a:pt x="214" y="3276"/>
                    <a:pt x="878" y="3913"/>
                  </a:cubicBezTo>
                  <a:cubicBezTo>
                    <a:pt x="1310" y="4328"/>
                    <a:pt x="1876" y="4546"/>
                    <a:pt x="2452" y="4546"/>
                  </a:cubicBezTo>
                  <a:cubicBezTo>
                    <a:pt x="2759" y="4546"/>
                    <a:pt x="3070" y="4484"/>
                    <a:pt x="3364" y="4357"/>
                  </a:cubicBezTo>
                  <a:cubicBezTo>
                    <a:pt x="4205" y="3986"/>
                    <a:pt x="4743" y="3145"/>
                    <a:pt x="4722" y="2226"/>
                  </a:cubicBezTo>
                  <a:cubicBezTo>
                    <a:pt x="4696" y="988"/>
                    <a:pt x="3688" y="0"/>
                    <a:pt x="2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4" name="Google Shape;1149;p18">
              <a:extLst>
                <a:ext uri="{FF2B5EF4-FFF2-40B4-BE49-F238E27FC236}">
                  <a16:creationId xmlns:a16="http://schemas.microsoft.com/office/drawing/2014/main" id="{0C70303B-F17A-799C-2BEF-DF6FA8966AB4}"/>
                </a:ext>
              </a:extLst>
            </p:cNvPr>
            <p:cNvSpPr/>
            <p:nvPr userDrawn="1"/>
          </p:nvSpPr>
          <p:spPr>
            <a:xfrm>
              <a:off x="1998733" y="2573851"/>
              <a:ext cx="149484" cy="143371"/>
            </a:xfrm>
            <a:custGeom>
              <a:avLst/>
              <a:gdLst/>
              <a:ahLst/>
              <a:cxnLst/>
              <a:rect l="l" t="t" r="r" b="b"/>
              <a:pathLst>
                <a:path w="4671" h="4480" extrusionOk="0">
                  <a:moveTo>
                    <a:pt x="2424" y="1"/>
                  </a:moveTo>
                  <a:cubicBezTo>
                    <a:pt x="2405" y="1"/>
                    <a:pt x="2386" y="1"/>
                    <a:pt x="2367" y="2"/>
                  </a:cubicBezTo>
                  <a:cubicBezTo>
                    <a:pt x="1463" y="17"/>
                    <a:pt x="659" y="581"/>
                    <a:pt x="330" y="1422"/>
                  </a:cubicBezTo>
                  <a:cubicBezTo>
                    <a:pt x="1" y="2268"/>
                    <a:pt x="210" y="3229"/>
                    <a:pt x="863" y="3856"/>
                  </a:cubicBezTo>
                  <a:cubicBezTo>
                    <a:pt x="1287" y="4264"/>
                    <a:pt x="1845" y="4479"/>
                    <a:pt x="2411" y="4479"/>
                  </a:cubicBezTo>
                  <a:cubicBezTo>
                    <a:pt x="2715" y="4479"/>
                    <a:pt x="3022" y="4417"/>
                    <a:pt x="3312" y="4290"/>
                  </a:cubicBezTo>
                  <a:cubicBezTo>
                    <a:pt x="4143" y="3929"/>
                    <a:pt x="4670" y="3099"/>
                    <a:pt x="4654" y="2195"/>
                  </a:cubicBezTo>
                  <a:cubicBezTo>
                    <a:pt x="4634" y="977"/>
                    <a:pt x="3636" y="1"/>
                    <a:pt x="24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5" name="Google Shape;1150;p18">
              <a:extLst>
                <a:ext uri="{FF2B5EF4-FFF2-40B4-BE49-F238E27FC236}">
                  <a16:creationId xmlns:a16="http://schemas.microsoft.com/office/drawing/2014/main" id="{192AF483-1CC7-048B-B50F-C239FA221652}"/>
                </a:ext>
              </a:extLst>
            </p:cNvPr>
            <p:cNvSpPr/>
            <p:nvPr userDrawn="1"/>
          </p:nvSpPr>
          <p:spPr>
            <a:xfrm>
              <a:off x="2450704" y="2663298"/>
              <a:ext cx="131594" cy="126154"/>
            </a:xfrm>
            <a:custGeom>
              <a:avLst/>
              <a:gdLst/>
              <a:ahLst/>
              <a:cxnLst/>
              <a:rect l="l" t="t" r="r" b="b"/>
              <a:pathLst>
                <a:path w="4112" h="3942" extrusionOk="0">
                  <a:moveTo>
                    <a:pt x="2133" y="0"/>
                  </a:moveTo>
                  <a:cubicBezTo>
                    <a:pt x="2117" y="0"/>
                    <a:pt x="2101" y="1"/>
                    <a:pt x="2085" y="1"/>
                  </a:cubicBezTo>
                  <a:cubicBezTo>
                    <a:pt x="1291" y="17"/>
                    <a:pt x="581" y="508"/>
                    <a:pt x="288" y="1249"/>
                  </a:cubicBezTo>
                  <a:cubicBezTo>
                    <a:pt x="1" y="1991"/>
                    <a:pt x="184" y="2837"/>
                    <a:pt x="758" y="3391"/>
                  </a:cubicBezTo>
                  <a:cubicBezTo>
                    <a:pt x="1133" y="3752"/>
                    <a:pt x="1624" y="3942"/>
                    <a:pt x="2122" y="3942"/>
                  </a:cubicBezTo>
                  <a:cubicBezTo>
                    <a:pt x="2388" y="3942"/>
                    <a:pt x="2656" y="3888"/>
                    <a:pt x="2910" y="3777"/>
                  </a:cubicBezTo>
                  <a:cubicBezTo>
                    <a:pt x="3641" y="3464"/>
                    <a:pt x="4112" y="2738"/>
                    <a:pt x="4096" y="1939"/>
                  </a:cubicBezTo>
                  <a:cubicBezTo>
                    <a:pt x="4086" y="863"/>
                    <a:pt x="3208" y="0"/>
                    <a:pt x="21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6" name="Google Shape;1151;p18">
              <a:extLst>
                <a:ext uri="{FF2B5EF4-FFF2-40B4-BE49-F238E27FC236}">
                  <a16:creationId xmlns:a16="http://schemas.microsoft.com/office/drawing/2014/main" id="{C8DC2265-FEE6-733B-844C-8E2F40210A3E}"/>
                </a:ext>
              </a:extLst>
            </p:cNvPr>
            <p:cNvSpPr/>
            <p:nvPr userDrawn="1"/>
          </p:nvSpPr>
          <p:spPr>
            <a:xfrm>
              <a:off x="2910900" y="2714438"/>
              <a:ext cx="132234" cy="126634"/>
            </a:xfrm>
            <a:custGeom>
              <a:avLst/>
              <a:gdLst/>
              <a:ahLst/>
              <a:cxnLst/>
              <a:rect l="l" t="t" r="r" b="b"/>
              <a:pathLst>
                <a:path w="4132" h="3957" extrusionOk="0">
                  <a:moveTo>
                    <a:pt x="2144" y="1"/>
                  </a:moveTo>
                  <a:cubicBezTo>
                    <a:pt x="2131" y="1"/>
                    <a:pt x="2118" y="1"/>
                    <a:pt x="2105" y="1"/>
                  </a:cubicBezTo>
                  <a:cubicBezTo>
                    <a:pt x="1301" y="17"/>
                    <a:pt x="585" y="508"/>
                    <a:pt x="293" y="1255"/>
                  </a:cubicBezTo>
                  <a:cubicBezTo>
                    <a:pt x="0" y="2002"/>
                    <a:pt x="188" y="2848"/>
                    <a:pt x="763" y="3407"/>
                  </a:cubicBezTo>
                  <a:cubicBezTo>
                    <a:pt x="1139" y="3766"/>
                    <a:pt x="1633" y="3956"/>
                    <a:pt x="2133" y="3956"/>
                  </a:cubicBezTo>
                  <a:cubicBezTo>
                    <a:pt x="2403" y="3956"/>
                    <a:pt x="2674" y="3901"/>
                    <a:pt x="2930" y="3788"/>
                  </a:cubicBezTo>
                  <a:cubicBezTo>
                    <a:pt x="3667" y="3469"/>
                    <a:pt x="4132" y="2733"/>
                    <a:pt x="4116" y="1934"/>
                  </a:cubicBezTo>
                  <a:cubicBezTo>
                    <a:pt x="4090" y="855"/>
                    <a:pt x="3213" y="1"/>
                    <a:pt x="21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7" name="Google Shape;1152;p18">
              <a:extLst>
                <a:ext uri="{FF2B5EF4-FFF2-40B4-BE49-F238E27FC236}">
                  <a16:creationId xmlns:a16="http://schemas.microsoft.com/office/drawing/2014/main" id="{DD04C4AC-0B26-3B48-8D9C-0948B9C66B68}"/>
                </a:ext>
              </a:extLst>
            </p:cNvPr>
            <p:cNvSpPr/>
            <p:nvPr userDrawn="1"/>
          </p:nvSpPr>
          <p:spPr>
            <a:xfrm>
              <a:off x="3379737" y="2748040"/>
              <a:ext cx="140299" cy="134667"/>
            </a:xfrm>
            <a:custGeom>
              <a:avLst/>
              <a:gdLst/>
              <a:ahLst/>
              <a:cxnLst/>
              <a:rect l="l" t="t" r="r" b="b"/>
              <a:pathLst>
                <a:path w="4384" h="4208" extrusionOk="0">
                  <a:moveTo>
                    <a:pt x="2269" y="0"/>
                  </a:moveTo>
                  <a:cubicBezTo>
                    <a:pt x="2253" y="0"/>
                    <a:pt x="2237" y="1"/>
                    <a:pt x="2221" y="1"/>
                  </a:cubicBezTo>
                  <a:cubicBezTo>
                    <a:pt x="1369" y="22"/>
                    <a:pt x="617" y="549"/>
                    <a:pt x="309" y="1338"/>
                  </a:cubicBezTo>
                  <a:cubicBezTo>
                    <a:pt x="1" y="2132"/>
                    <a:pt x="199" y="3030"/>
                    <a:pt x="810" y="3621"/>
                  </a:cubicBezTo>
                  <a:cubicBezTo>
                    <a:pt x="1208" y="4004"/>
                    <a:pt x="1731" y="4207"/>
                    <a:pt x="2263" y="4207"/>
                  </a:cubicBezTo>
                  <a:cubicBezTo>
                    <a:pt x="2548" y="4207"/>
                    <a:pt x="2836" y="4149"/>
                    <a:pt x="3109" y="4028"/>
                  </a:cubicBezTo>
                  <a:cubicBezTo>
                    <a:pt x="3887" y="3689"/>
                    <a:pt x="4383" y="2916"/>
                    <a:pt x="4367" y="2064"/>
                  </a:cubicBezTo>
                  <a:cubicBezTo>
                    <a:pt x="4347" y="915"/>
                    <a:pt x="3412" y="0"/>
                    <a:pt x="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8" name="Google Shape;1153;p18">
              <a:extLst>
                <a:ext uri="{FF2B5EF4-FFF2-40B4-BE49-F238E27FC236}">
                  <a16:creationId xmlns:a16="http://schemas.microsoft.com/office/drawing/2014/main" id="{774CE0C6-9D9E-63D6-104C-19462A5080AE}"/>
                </a:ext>
              </a:extLst>
            </p:cNvPr>
            <p:cNvSpPr/>
            <p:nvPr userDrawn="1"/>
          </p:nvSpPr>
          <p:spPr>
            <a:xfrm>
              <a:off x="3932356" y="2757225"/>
              <a:ext cx="140427" cy="134667"/>
            </a:xfrm>
            <a:custGeom>
              <a:avLst/>
              <a:gdLst/>
              <a:ahLst/>
              <a:cxnLst/>
              <a:rect l="l" t="t" r="r" b="b"/>
              <a:pathLst>
                <a:path w="4388" h="4208" extrusionOk="0">
                  <a:moveTo>
                    <a:pt x="2259" y="1"/>
                  </a:moveTo>
                  <a:cubicBezTo>
                    <a:pt x="2246" y="1"/>
                    <a:pt x="2233" y="1"/>
                    <a:pt x="2220" y="1"/>
                  </a:cubicBezTo>
                  <a:cubicBezTo>
                    <a:pt x="1374" y="22"/>
                    <a:pt x="617" y="550"/>
                    <a:pt x="309" y="1344"/>
                  </a:cubicBezTo>
                  <a:cubicBezTo>
                    <a:pt x="0" y="2132"/>
                    <a:pt x="199" y="3036"/>
                    <a:pt x="815" y="3621"/>
                  </a:cubicBezTo>
                  <a:cubicBezTo>
                    <a:pt x="1213" y="4005"/>
                    <a:pt x="1736" y="4207"/>
                    <a:pt x="2267" y="4207"/>
                  </a:cubicBezTo>
                  <a:cubicBezTo>
                    <a:pt x="2553" y="4207"/>
                    <a:pt x="2841" y="4149"/>
                    <a:pt x="3113" y="4028"/>
                  </a:cubicBezTo>
                  <a:cubicBezTo>
                    <a:pt x="3892" y="3689"/>
                    <a:pt x="4388" y="2911"/>
                    <a:pt x="4372" y="2059"/>
                  </a:cubicBezTo>
                  <a:cubicBezTo>
                    <a:pt x="4341" y="913"/>
                    <a:pt x="3401" y="1"/>
                    <a:pt x="2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9" name="Google Shape;1154;p18">
              <a:extLst>
                <a:ext uri="{FF2B5EF4-FFF2-40B4-BE49-F238E27FC236}">
                  <a16:creationId xmlns:a16="http://schemas.microsoft.com/office/drawing/2014/main" id="{E8461B7C-D6A8-AAE6-E92B-543013A47551}"/>
                </a:ext>
              </a:extLst>
            </p:cNvPr>
            <p:cNvSpPr/>
            <p:nvPr userDrawn="1"/>
          </p:nvSpPr>
          <p:spPr>
            <a:xfrm>
              <a:off x="4520242" y="2770090"/>
              <a:ext cx="140587" cy="134507"/>
            </a:xfrm>
            <a:custGeom>
              <a:avLst/>
              <a:gdLst/>
              <a:ahLst/>
              <a:cxnLst/>
              <a:rect l="l" t="t" r="r" b="b"/>
              <a:pathLst>
                <a:path w="4393" h="4203" extrusionOk="0">
                  <a:moveTo>
                    <a:pt x="2278" y="1"/>
                  </a:moveTo>
                  <a:cubicBezTo>
                    <a:pt x="2262" y="1"/>
                    <a:pt x="2246" y="1"/>
                    <a:pt x="2230" y="1"/>
                  </a:cubicBezTo>
                  <a:cubicBezTo>
                    <a:pt x="1379" y="17"/>
                    <a:pt x="622" y="545"/>
                    <a:pt x="313" y="1333"/>
                  </a:cubicBezTo>
                  <a:cubicBezTo>
                    <a:pt x="0" y="2127"/>
                    <a:pt x="198" y="3026"/>
                    <a:pt x="815" y="3616"/>
                  </a:cubicBezTo>
                  <a:cubicBezTo>
                    <a:pt x="1212" y="4000"/>
                    <a:pt x="1736" y="4202"/>
                    <a:pt x="2267" y="4202"/>
                  </a:cubicBezTo>
                  <a:cubicBezTo>
                    <a:pt x="2553" y="4202"/>
                    <a:pt x="2841" y="4144"/>
                    <a:pt x="3113" y="4023"/>
                  </a:cubicBezTo>
                  <a:cubicBezTo>
                    <a:pt x="3896" y="3684"/>
                    <a:pt x="4393" y="2906"/>
                    <a:pt x="4372" y="2054"/>
                  </a:cubicBezTo>
                  <a:cubicBezTo>
                    <a:pt x="4346" y="911"/>
                    <a:pt x="3416" y="1"/>
                    <a:pt x="22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0" name="Google Shape;1155;p18">
              <a:extLst>
                <a:ext uri="{FF2B5EF4-FFF2-40B4-BE49-F238E27FC236}">
                  <a16:creationId xmlns:a16="http://schemas.microsoft.com/office/drawing/2014/main" id="{8C6CA6C0-142C-C168-4AC1-9640980977D4}"/>
                </a:ext>
              </a:extLst>
            </p:cNvPr>
            <p:cNvSpPr/>
            <p:nvPr userDrawn="1"/>
          </p:nvSpPr>
          <p:spPr>
            <a:xfrm>
              <a:off x="503224" y="2153498"/>
              <a:ext cx="3319523" cy="3316323"/>
            </a:xfrm>
            <a:custGeom>
              <a:avLst/>
              <a:gdLst/>
              <a:ahLst/>
              <a:cxnLst/>
              <a:rect l="l" t="t" r="r" b="b"/>
              <a:pathLst>
                <a:path w="103727" h="103627" extrusionOk="0">
                  <a:moveTo>
                    <a:pt x="1797" y="1"/>
                  </a:moveTo>
                  <a:lnTo>
                    <a:pt x="1" y="1667"/>
                  </a:lnTo>
                  <a:lnTo>
                    <a:pt x="80567" y="103626"/>
                  </a:lnTo>
                  <a:lnTo>
                    <a:pt x="103726" y="103438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1" name="Google Shape;1156;p18">
              <a:extLst>
                <a:ext uri="{FF2B5EF4-FFF2-40B4-BE49-F238E27FC236}">
                  <a16:creationId xmlns:a16="http://schemas.microsoft.com/office/drawing/2014/main" id="{4EA0E62E-D70E-3E4C-2567-1259DBD559F5}"/>
                </a:ext>
              </a:extLst>
            </p:cNvPr>
            <p:cNvSpPr/>
            <p:nvPr userDrawn="1"/>
          </p:nvSpPr>
          <p:spPr>
            <a:xfrm>
              <a:off x="5217416" y="2133272"/>
              <a:ext cx="3556534" cy="3339397"/>
            </a:xfrm>
            <a:custGeom>
              <a:avLst/>
              <a:gdLst/>
              <a:ahLst/>
              <a:cxnLst/>
              <a:rect l="l" t="t" r="r" b="b"/>
              <a:pathLst>
                <a:path w="111133" h="104348" extrusionOk="0">
                  <a:moveTo>
                    <a:pt x="109330" y="1"/>
                  </a:moveTo>
                  <a:lnTo>
                    <a:pt x="111132" y="1661"/>
                  </a:lnTo>
                  <a:lnTo>
                    <a:pt x="23160" y="104347"/>
                  </a:lnTo>
                  <a:lnTo>
                    <a:pt x="1" y="104159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2" name="Google Shape;1157;p18">
              <a:extLst>
                <a:ext uri="{FF2B5EF4-FFF2-40B4-BE49-F238E27FC236}">
                  <a16:creationId xmlns:a16="http://schemas.microsoft.com/office/drawing/2014/main" id="{3A4C21D5-F240-692C-DD58-C63AA03ADC6D}"/>
                </a:ext>
              </a:extLst>
            </p:cNvPr>
            <p:cNvSpPr/>
            <p:nvPr userDrawn="1"/>
          </p:nvSpPr>
          <p:spPr>
            <a:xfrm>
              <a:off x="4399208" y="2473427"/>
              <a:ext cx="3271040" cy="2498627"/>
            </a:xfrm>
            <a:custGeom>
              <a:avLst/>
              <a:gdLst/>
              <a:ahLst/>
              <a:cxnLst/>
              <a:rect l="l" t="t" r="r" b="b"/>
              <a:pathLst>
                <a:path w="102212" h="78076" extrusionOk="0">
                  <a:moveTo>
                    <a:pt x="100853" y="0"/>
                  </a:moveTo>
                  <a:lnTo>
                    <a:pt x="102211" y="1249"/>
                  </a:lnTo>
                  <a:lnTo>
                    <a:pt x="17451" y="78075"/>
                  </a:lnTo>
                  <a:lnTo>
                    <a:pt x="0" y="77934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3" name="Google Shape;1158;p18">
              <a:extLst>
                <a:ext uri="{FF2B5EF4-FFF2-40B4-BE49-F238E27FC236}">
                  <a16:creationId xmlns:a16="http://schemas.microsoft.com/office/drawing/2014/main" id="{9046DD46-25EF-4213-9572-169F54CCBD65}"/>
                </a:ext>
              </a:extLst>
            </p:cNvPr>
            <p:cNvSpPr/>
            <p:nvPr userDrawn="1"/>
          </p:nvSpPr>
          <p:spPr>
            <a:xfrm>
              <a:off x="1554442" y="2473427"/>
              <a:ext cx="3271040" cy="2498627"/>
            </a:xfrm>
            <a:custGeom>
              <a:avLst/>
              <a:gdLst/>
              <a:ahLst/>
              <a:cxnLst/>
              <a:rect l="l" t="t" r="r" b="b"/>
              <a:pathLst>
                <a:path w="102212" h="78076" extrusionOk="0">
                  <a:moveTo>
                    <a:pt x="1359" y="0"/>
                  </a:moveTo>
                  <a:lnTo>
                    <a:pt x="1" y="1249"/>
                  </a:lnTo>
                  <a:lnTo>
                    <a:pt x="84761" y="78075"/>
                  </a:lnTo>
                  <a:lnTo>
                    <a:pt x="102211" y="77934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4" name="Google Shape;1159;p18">
              <a:extLst>
                <a:ext uri="{FF2B5EF4-FFF2-40B4-BE49-F238E27FC236}">
                  <a16:creationId xmlns:a16="http://schemas.microsoft.com/office/drawing/2014/main" id="{B0BAF164-D957-7FA9-2D50-7C47121DF9C4}"/>
                </a:ext>
              </a:extLst>
            </p:cNvPr>
            <p:cNvSpPr/>
            <p:nvPr userDrawn="1"/>
          </p:nvSpPr>
          <p:spPr>
            <a:xfrm>
              <a:off x="1099142" y="2354762"/>
              <a:ext cx="2501955" cy="2314581"/>
            </a:xfrm>
            <a:custGeom>
              <a:avLst/>
              <a:gdLst/>
              <a:ahLst/>
              <a:cxnLst/>
              <a:rect l="l" t="t" r="r" b="b"/>
              <a:pathLst>
                <a:path w="78180" h="72325" extrusionOk="0">
                  <a:moveTo>
                    <a:pt x="1358" y="0"/>
                  </a:moveTo>
                  <a:lnTo>
                    <a:pt x="0" y="1259"/>
                  </a:lnTo>
                  <a:lnTo>
                    <a:pt x="60729" y="72324"/>
                  </a:lnTo>
                  <a:lnTo>
                    <a:pt x="78179" y="72178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5" name="Google Shape;1160;p18">
              <a:extLst>
                <a:ext uri="{FF2B5EF4-FFF2-40B4-BE49-F238E27FC236}">
                  <a16:creationId xmlns:a16="http://schemas.microsoft.com/office/drawing/2014/main" id="{9E3E1EBD-81A5-60CF-5B11-B118C17861CA}"/>
                </a:ext>
              </a:extLst>
            </p:cNvPr>
            <p:cNvSpPr/>
            <p:nvPr userDrawn="1"/>
          </p:nvSpPr>
          <p:spPr>
            <a:xfrm>
              <a:off x="5500894" y="2380812"/>
              <a:ext cx="2672977" cy="2274130"/>
            </a:xfrm>
            <a:custGeom>
              <a:avLst/>
              <a:gdLst/>
              <a:ahLst/>
              <a:cxnLst/>
              <a:rect l="l" t="t" r="r" b="b"/>
              <a:pathLst>
                <a:path w="83524" h="71061" extrusionOk="0">
                  <a:moveTo>
                    <a:pt x="82244" y="1"/>
                  </a:moveTo>
                  <a:lnTo>
                    <a:pt x="83523" y="1333"/>
                  </a:lnTo>
                  <a:lnTo>
                    <a:pt x="17644" y="70956"/>
                  </a:lnTo>
                  <a:lnTo>
                    <a:pt x="1" y="71061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2815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97;p33">
            <a:extLst>
              <a:ext uri="{FF2B5EF4-FFF2-40B4-BE49-F238E27FC236}">
                <a16:creationId xmlns:a16="http://schemas.microsoft.com/office/drawing/2014/main" id="{9F1FC268-FB19-7675-BAB6-15E304842436}"/>
              </a:ext>
            </a:extLst>
          </p:cNvPr>
          <p:cNvSpPr/>
          <p:nvPr/>
        </p:nvSpPr>
        <p:spPr>
          <a:xfrm rot="5400000">
            <a:off x="2650814" y="-2700967"/>
            <a:ext cx="6936521" cy="122863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2103;p33">
            <a:extLst>
              <a:ext uri="{FF2B5EF4-FFF2-40B4-BE49-F238E27FC236}">
                <a16:creationId xmlns:a16="http://schemas.microsoft.com/office/drawing/2014/main" id="{545B8FB7-C813-D0F7-9CDE-6BC9B3CE6635}"/>
              </a:ext>
            </a:extLst>
          </p:cNvPr>
          <p:cNvCxnSpPr>
            <a:cxnSpLocks/>
            <a:stCxn id="5" idx="2"/>
            <a:endCxn id="5" idx="0"/>
          </p:cNvCxnSpPr>
          <p:nvPr/>
        </p:nvCxnSpPr>
        <p:spPr>
          <a:xfrm>
            <a:off x="-24102" y="3442210"/>
            <a:ext cx="12286353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2104;p33">
            <a:extLst>
              <a:ext uri="{FF2B5EF4-FFF2-40B4-BE49-F238E27FC236}">
                <a16:creationId xmlns:a16="http://schemas.microsoft.com/office/drawing/2014/main" id="{0BB6542D-AECF-D265-0FD5-3EDFA5F779E8}"/>
              </a:ext>
            </a:extLst>
          </p:cNvPr>
          <p:cNvSpPr/>
          <p:nvPr/>
        </p:nvSpPr>
        <p:spPr>
          <a:xfrm>
            <a:off x="1191650" y="1989000"/>
            <a:ext cx="2880000" cy="2880000"/>
          </a:xfrm>
          <a:prstGeom prst="ellipse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7A40B-8D82-2BCF-E24D-C2EE63D4F1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9297" y="2964132"/>
            <a:ext cx="5404757" cy="92969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1"/>
                </a:solidFill>
                <a:latin typeface="Archivo" panose="020B0503020202020B04" pitchFamily="34" charset="77"/>
              </a:defRPr>
            </a:lvl1pPr>
          </a:lstStyle>
          <a:p>
            <a:r>
              <a:rPr lang="en-US" dirty="0"/>
              <a:t>Title</a:t>
            </a:r>
            <a:endParaRPr lang="en-E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649C6-C22A-7610-4941-5840373C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chivo" panose="020B0503020202020B04" pitchFamily="34" charset="77"/>
              </a:defRPr>
            </a:lvl1pPr>
          </a:lstStyle>
          <a:p>
            <a:fld id="{972F4F4C-5816-A44D-909B-A63A7CF5C1BC}" type="slidenum">
              <a:rPr lang="en-EG" smtClean="0"/>
              <a:pPr/>
              <a:t>‹#›</a:t>
            </a:fld>
            <a:endParaRPr lang="en-EG"/>
          </a:p>
        </p:txBody>
      </p:sp>
      <p:grpSp>
        <p:nvGrpSpPr>
          <p:cNvPr id="18" name="Google Shape;3682;p68">
            <a:extLst>
              <a:ext uri="{FF2B5EF4-FFF2-40B4-BE49-F238E27FC236}">
                <a16:creationId xmlns:a16="http://schemas.microsoft.com/office/drawing/2014/main" id="{65894101-4D1E-7E7B-5B47-FFA8FA55511D}"/>
              </a:ext>
            </a:extLst>
          </p:cNvPr>
          <p:cNvGrpSpPr/>
          <p:nvPr userDrawn="1"/>
        </p:nvGrpSpPr>
        <p:grpSpPr>
          <a:xfrm>
            <a:off x="2361650" y="3158932"/>
            <a:ext cx="540000" cy="540137"/>
            <a:chOff x="6816275" y="3178227"/>
            <a:chExt cx="1614495" cy="1579642"/>
          </a:xfrm>
        </p:grpSpPr>
        <p:sp>
          <p:nvSpPr>
            <p:cNvPr id="19" name="Google Shape;3683;p68">
              <a:extLst>
                <a:ext uri="{FF2B5EF4-FFF2-40B4-BE49-F238E27FC236}">
                  <a16:creationId xmlns:a16="http://schemas.microsoft.com/office/drawing/2014/main" id="{BABFAEA7-FB81-0B55-018F-30E14291E93E}"/>
                </a:ext>
              </a:extLst>
            </p:cNvPr>
            <p:cNvSpPr/>
            <p:nvPr/>
          </p:nvSpPr>
          <p:spPr>
            <a:xfrm>
              <a:off x="6833698" y="3178227"/>
              <a:ext cx="1579520" cy="1579528"/>
            </a:xfrm>
            <a:custGeom>
              <a:avLst/>
              <a:gdLst/>
              <a:ahLst/>
              <a:cxnLst/>
              <a:rect l="l" t="t" r="r" b="b"/>
              <a:pathLst>
                <a:path w="209416" h="209417" extrusionOk="0">
                  <a:moveTo>
                    <a:pt x="104711" y="1"/>
                  </a:moveTo>
                  <a:cubicBezTo>
                    <a:pt x="76937" y="1"/>
                    <a:pt x="50306" y="11036"/>
                    <a:pt x="30668" y="30669"/>
                  </a:cubicBezTo>
                  <a:cubicBezTo>
                    <a:pt x="11036" y="50306"/>
                    <a:pt x="1" y="76937"/>
                    <a:pt x="1" y="104711"/>
                  </a:cubicBezTo>
                  <a:cubicBezTo>
                    <a:pt x="1" y="132480"/>
                    <a:pt x="11036" y="159110"/>
                    <a:pt x="30668" y="178748"/>
                  </a:cubicBezTo>
                  <a:cubicBezTo>
                    <a:pt x="50306" y="198386"/>
                    <a:pt x="76937" y="209416"/>
                    <a:pt x="104711" y="209416"/>
                  </a:cubicBezTo>
                  <a:cubicBezTo>
                    <a:pt x="132480" y="209416"/>
                    <a:pt x="159110" y="198386"/>
                    <a:pt x="178748" y="178748"/>
                  </a:cubicBezTo>
                  <a:cubicBezTo>
                    <a:pt x="198385" y="159110"/>
                    <a:pt x="209415" y="132480"/>
                    <a:pt x="209415" y="104711"/>
                  </a:cubicBezTo>
                  <a:cubicBezTo>
                    <a:pt x="209415" y="76937"/>
                    <a:pt x="198385" y="50306"/>
                    <a:pt x="178748" y="30669"/>
                  </a:cubicBezTo>
                  <a:cubicBezTo>
                    <a:pt x="159110" y="11036"/>
                    <a:pt x="132480" y="1"/>
                    <a:pt x="104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3684;p68">
              <a:extLst>
                <a:ext uri="{FF2B5EF4-FFF2-40B4-BE49-F238E27FC236}">
                  <a16:creationId xmlns:a16="http://schemas.microsoft.com/office/drawing/2014/main" id="{F03DCE78-0E81-FDD3-887B-3D385D4631FD}"/>
                </a:ext>
              </a:extLst>
            </p:cNvPr>
            <p:cNvSpPr/>
            <p:nvPr/>
          </p:nvSpPr>
          <p:spPr>
            <a:xfrm>
              <a:off x="6921672" y="3553294"/>
              <a:ext cx="1504653" cy="1204575"/>
            </a:xfrm>
            <a:custGeom>
              <a:avLst/>
              <a:gdLst/>
              <a:ahLst/>
              <a:cxnLst/>
              <a:rect l="l" t="t" r="r" b="b"/>
              <a:pathLst>
                <a:path w="199490" h="159705" extrusionOk="0">
                  <a:moveTo>
                    <a:pt x="182157" y="1"/>
                  </a:moveTo>
                  <a:cubicBezTo>
                    <a:pt x="175060" y="38037"/>
                    <a:pt x="150124" y="115112"/>
                    <a:pt x="64617" y="115112"/>
                  </a:cubicBezTo>
                  <a:cubicBezTo>
                    <a:pt x="46072" y="115112"/>
                    <a:pt x="24679" y="111486"/>
                    <a:pt x="0" y="103051"/>
                  </a:cubicBezTo>
                  <a:lnTo>
                    <a:pt x="0" y="103051"/>
                  </a:lnTo>
                  <a:cubicBezTo>
                    <a:pt x="15859" y="133669"/>
                    <a:pt x="46487" y="155830"/>
                    <a:pt x="83374" y="159251"/>
                  </a:cubicBezTo>
                  <a:cubicBezTo>
                    <a:pt x="86661" y="159555"/>
                    <a:pt x="89926" y="159705"/>
                    <a:pt x="93163" y="159705"/>
                  </a:cubicBezTo>
                  <a:cubicBezTo>
                    <a:pt x="146632" y="159705"/>
                    <a:pt x="192269" y="118954"/>
                    <a:pt x="197303" y="64656"/>
                  </a:cubicBezTo>
                  <a:cubicBezTo>
                    <a:pt x="199490" y="41116"/>
                    <a:pt x="193703" y="18674"/>
                    <a:pt x="182157" y="1"/>
                  </a:cubicBezTo>
                  <a:close/>
                </a:path>
              </a:pathLst>
            </a:custGeom>
            <a:solidFill>
              <a:srgbClr val="000000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3685;p68">
              <a:extLst>
                <a:ext uri="{FF2B5EF4-FFF2-40B4-BE49-F238E27FC236}">
                  <a16:creationId xmlns:a16="http://schemas.microsoft.com/office/drawing/2014/main" id="{412E07E2-8172-41A2-BB0C-1977D534C80B}"/>
                </a:ext>
              </a:extLst>
            </p:cNvPr>
            <p:cNvSpPr/>
            <p:nvPr/>
          </p:nvSpPr>
          <p:spPr>
            <a:xfrm>
              <a:off x="6816275" y="3183431"/>
              <a:ext cx="1614495" cy="1569202"/>
            </a:xfrm>
            <a:custGeom>
              <a:avLst/>
              <a:gdLst/>
              <a:ahLst/>
              <a:cxnLst/>
              <a:rect l="l" t="t" r="r" b="b"/>
              <a:pathLst>
                <a:path w="214053" h="208048" extrusionOk="0">
                  <a:moveTo>
                    <a:pt x="94993" y="0"/>
                  </a:moveTo>
                  <a:lnTo>
                    <a:pt x="94993" y="0"/>
                  </a:lnTo>
                  <a:cubicBezTo>
                    <a:pt x="72484" y="2580"/>
                    <a:pt x="51910" y="12376"/>
                    <a:pt x="35889" y="27203"/>
                  </a:cubicBezTo>
                  <a:lnTo>
                    <a:pt x="70611" y="30427"/>
                  </a:lnTo>
                  <a:lnTo>
                    <a:pt x="86946" y="65940"/>
                  </a:lnTo>
                  <a:lnTo>
                    <a:pt x="64370" y="97836"/>
                  </a:lnTo>
                  <a:lnTo>
                    <a:pt x="25431" y="94230"/>
                  </a:lnTo>
                  <a:lnTo>
                    <a:pt x="10862" y="62559"/>
                  </a:lnTo>
                  <a:cubicBezTo>
                    <a:pt x="2086" y="82937"/>
                    <a:pt x="0" y="105574"/>
                    <a:pt x="4913" y="127214"/>
                  </a:cubicBezTo>
                  <a:lnTo>
                    <a:pt x="25094" y="98705"/>
                  </a:lnTo>
                  <a:lnTo>
                    <a:pt x="64028" y="102316"/>
                  </a:lnTo>
                  <a:lnTo>
                    <a:pt x="80346" y="137801"/>
                  </a:lnTo>
                  <a:lnTo>
                    <a:pt x="57753" y="169725"/>
                  </a:lnTo>
                  <a:lnTo>
                    <a:pt x="23003" y="166501"/>
                  </a:lnTo>
                  <a:lnTo>
                    <a:pt x="23003" y="166501"/>
                  </a:lnTo>
                  <a:cubicBezTo>
                    <a:pt x="36029" y="183997"/>
                    <a:pt x="54433" y="197393"/>
                    <a:pt x="76050" y="204061"/>
                  </a:cubicBezTo>
                  <a:lnTo>
                    <a:pt x="61442" y="172294"/>
                  </a:lnTo>
                  <a:lnTo>
                    <a:pt x="84013" y="140414"/>
                  </a:lnTo>
                  <a:lnTo>
                    <a:pt x="122969" y="144026"/>
                  </a:lnTo>
                  <a:lnTo>
                    <a:pt x="139287" y="179499"/>
                  </a:lnTo>
                  <a:lnTo>
                    <a:pt x="119071" y="208048"/>
                  </a:lnTo>
                  <a:cubicBezTo>
                    <a:pt x="141541" y="205468"/>
                    <a:pt x="162098" y="195688"/>
                    <a:pt x="178108" y="180884"/>
                  </a:cubicBezTo>
                  <a:lnTo>
                    <a:pt x="143392" y="177671"/>
                  </a:lnTo>
                  <a:lnTo>
                    <a:pt x="127051" y="142153"/>
                  </a:lnTo>
                  <a:lnTo>
                    <a:pt x="149638" y="110257"/>
                  </a:lnTo>
                  <a:lnTo>
                    <a:pt x="188566" y="113868"/>
                  </a:lnTo>
                  <a:lnTo>
                    <a:pt x="203146" y="145557"/>
                  </a:lnTo>
                  <a:cubicBezTo>
                    <a:pt x="211955" y="125162"/>
                    <a:pt x="214053" y="102490"/>
                    <a:pt x="209135" y="80828"/>
                  </a:cubicBezTo>
                  <a:lnTo>
                    <a:pt x="209135" y="80828"/>
                  </a:lnTo>
                  <a:lnTo>
                    <a:pt x="188903" y="109388"/>
                  </a:lnTo>
                  <a:lnTo>
                    <a:pt x="150020" y="105788"/>
                  </a:lnTo>
                  <a:lnTo>
                    <a:pt x="133685" y="70269"/>
                  </a:lnTo>
                  <a:lnTo>
                    <a:pt x="156278" y="38367"/>
                  </a:lnTo>
                  <a:lnTo>
                    <a:pt x="191078" y="41597"/>
                  </a:lnTo>
                  <a:cubicBezTo>
                    <a:pt x="178052" y="24074"/>
                    <a:pt x="159631" y="10660"/>
                    <a:pt x="137986" y="3987"/>
                  </a:cubicBezTo>
                  <a:lnTo>
                    <a:pt x="137986" y="3987"/>
                  </a:lnTo>
                  <a:lnTo>
                    <a:pt x="152594" y="35738"/>
                  </a:lnTo>
                  <a:lnTo>
                    <a:pt x="129989" y="67678"/>
                  </a:lnTo>
                  <a:lnTo>
                    <a:pt x="91095" y="64067"/>
                  </a:lnTo>
                  <a:lnTo>
                    <a:pt x="74772" y="28565"/>
                  </a:lnTo>
                  <a:lnTo>
                    <a:pt x="9499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279A03-CEE0-CB73-7FE9-8D496E4EA9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1994" y="-646"/>
            <a:ext cx="1742912" cy="828000"/>
            <a:chOff x="2321302" y="2602920"/>
            <a:chExt cx="2859576" cy="1358486"/>
          </a:xfrm>
        </p:grpSpPr>
        <p:pic>
          <p:nvPicPr>
            <p:cNvPr id="24" name="Picture 23" descr="A web with blue text&#10;&#10;AI-generated content may be incorrect.">
              <a:extLst>
                <a:ext uri="{FF2B5EF4-FFF2-40B4-BE49-F238E27FC236}">
                  <a16:creationId xmlns:a16="http://schemas.microsoft.com/office/drawing/2014/main" id="{B8439472-7771-6B54-CA7E-45A732927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tretch>
              <a:fillRect/>
            </a:stretch>
          </p:blipFill>
          <p:spPr>
            <a:xfrm>
              <a:off x="2321302" y="2602920"/>
              <a:ext cx="2859576" cy="1358486"/>
            </a:xfrm>
            <a:prstGeom prst="rect">
              <a:avLst/>
            </a:prstGeom>
          </p:spPr>
        </p:pic>
        <p:sp>
          <p:nvSpPr>
            <p:cNvPr id="25" name="Google Shape;1174;p19">
              <a:extLst>
                <a:ext uri="{FF2B5EF4-FFF2-40B4-BE49-F238E27FC236}">
                  <a16:creationId xmlns:a16="http://schemas.microsoft.com/office/drawing/2014/main" id="{7336CF78-6336-59AD-15EC-8E68FD7E3F62}"/>
                </a:ext>
              </a:extLst>
            </p:cNvPr>
            <p:cNvSpPr/>
            <p:nvPr/>
          </p:nvSpPr>
          <p:spPr>
            <a:xfrm>
              <a:off x="3652137" y="3407902"/>
              <a:ext cx="50514" cy="42459"/>
            </a:xfrm>
            <a:custGeom>
              <a:avLst/>
              <a:gdLst/>
              <a:ahLst/>
              <a:cxnLst/>
              <a:rect l="l" t="t" r="r" b="b"/>
              <a:pathLst>
                <a:path w="2271" h="2257" extrusionOk="0">
                  <a:moveTo>
                    <a:pt x="1110" y="0"/>
                  </a:moveTo>
                  <a:cubicBezTo>
                    <a:pt x="504" y="0"/>
                    <a:pt x="0" y="512"/>
                    <a:pt x="0" y="1121"/>
                  </a:cubicBezTo>
                  <a:cubicBezTo>
                    <a:pt x="0" y="1753"/>
                    <a:pt x="518" y="2256"/>
                    <a:pt x="1135" y="2256"/>
                  </a:cubicBezTo>
                  <a:cubicBezTo>
                    <a:pt x="1753" y="2256"/>
                    <a:pt x="2270" y="1753"/>
                    <a:pt x="2270" y="1121"/>
                  </a:cubicBezTo>
                  <a:cubicBezTo>
                    <a:pt x="2270" y="503"/>
                    <a:pt x="1753" y="1"/>
                    <a:pt x="1135" y="1"/>
                  </a:cubicBezTo>
                  <a:cubicBezTo>
                    <a:pt x="1127" y="0"/>
                    <a:pt x="1119" y="0"/>
                    <a:pt x="111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2576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1185-6CBF-B790-6FF7-82F409446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882"/>
            <a:ext cx="10515600" cy="1009651"/>
          </a:xfrm>
        </p:spPr>
        <p:txBody>
          <a:bodyPr/>
          <a:lstStyle>
            <a:lvl1pPr>
              <a:defRPr b="1" i="0">
                <a:latin typeface="Archivo" panose="020B0503020202020B04" pitchFamily="34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8699C-922B-429B-18B6-FAE8240AF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chivo" panose="020B0503020202020B04" pitchFamily="34" charset="77"/>
              </a:defRPr>
            </a:lvl1pPr>
            <a:lvl2pPr>
              <a:defRPr>
                <a:latin typeface="Archivo" panose="020B0503020202020B04" pitchFamily="34" charset="77"/>
              </a:defRPr>
            </a:lvl2pPr>
            <a:lvl3pPr>
              <a:defRPr>
                <a:latin typeface="Archivo" panose="020B0503020202020B04" pitchFamily="34" charset="77"/>
              </a:defRPr>
            </a:lvl3pPr>
            <a:lvl4pPr>
              <a:defRPr>
                <a:latin typeface="Archivo" panose="020B0503020202020B04" pitchFamily="34" charset="77"/>
              </a:defRPr>
            </a:lvl4pPr>
            <a:lvl5pPr>
              <a:defRPr>
                <a:latin typeface="Archivo" panose="020B0503020202020B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2CC7D-8051-FBB2-1EE3-F281FAA3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chivo" panose="020B0503020202020B04" pitchFamily="34" charset="77"/>
              </a:defRPr>
            </a:lvl1pPr>
          </a:lstStyle>
          <a:p>
            <a:fld id="{972F4F4C-5816-A44D-909B-A63A7CF5C1BC}" type="slidenum">
              <a:rPr lang="en-EG" smtClean="0"/>
              <a:pPr/>
              <a:t>‹#›</a:t>
            </a:fld>
            <a:endParaRPr lang="en-EG" dirty="0"/>
          </a:p>
        </p:txBody>
      </p:sp>
      <p:sp>
        <p:nvSpPr>
          <p:cNvPr id="253" name="Google Shape;92;p1">
            <a:extLst>
              <a:ext uri="{FF2B5EF4-FFF2-40B4-BE49-F238E27FC236}">
                <a16:creationId xmlns:a16="http://schemas.microsoft.com/office/drawing/2014/main" id="{7A4D0041-B7EC-35B8-6005-7EF5BA3BAD6C}"/>
              </a:ext>
            </a:extLst>
          </p:cNvPr>
          <p:cNvSpPr>
            <a:spLocks noChangeAspect="1"/>
          </p:cNvSpPr>
          <p:nvPr userDrawn="1"/>
        </p:nvSpPr>
        <p:spPr>
          <a:xfrm>
            <a:off x="10845385" y="6416167"/>
            <a:ext cx="232347" cy="245489"/>
          </a:xfrm>
          <a:custGeom>
            <a:avLst/>
            <a:gdLst/>
            <a:ahLst/>
            <a:cxnLst/>
            <a:rect l="l" t="t" r="r" b="b"/>
            <a:pathLst>
              <a:path w="5761183" h="3154245" extrusionOk="0">
                <a:moveTo>
                  <a:pt x="0" y="0"/>
                </a:moveTo>
                <a:lnTo>
                  <a:pt x="5761183" y="0"/>
                </a:lnTo>
                <a:lnTo>
                  <a:pt x="5761183" y="3154244"/>
                </a:lnTo>
                <a:lnTo>
                  <a:pt x="0" y="3154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  <a:biLevel thresh="25000"/>
            </a:blip>
            <a:stretch>
              <a:fillRect l="-21560" t="-14125" r="-257959" b="-2041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chivo" panose="020B0503020202020B04" pitchFamily="34" charset="77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C43D0-8789-AF7E-ECC6-89A6650D87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1994" y="-646"/>
            <a:ext cx="1742912" cy="828000"/>
            <a:chOff x="2321302" y="2602920"/>
            <a:chExt cx="2859576" cy="1358486"/>
          </a:xfrm>
        </p:grpSpPr>
        <p:pic>
          <p:nvPicPr>
            <p:cNvPr id="7" name="Picture 6" descr="A web with blue text&#10;&#10;AI-generated content may be incorrect.">
              <a:extLst>
                <a:ext uri="{FF2B5EF4-FFF2-40B4-BE49-F238E27FC236}">
                  <a16:creationId xmlns:a16="http://schemas.microsoft.com/office/drawing/2014/main" id="{4EEB4871-87FD-558B-AD4A-6CF39AD56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tretch>
              <a:fillRect/>
            </a:stretch>
          </p:blipFill>
          <p:spPr>
            <a:xfrm>
              <a:off x="2321302" y="2602920"/>
              <a:ext cx="2859576" cy="1358486"/>
            </a:xfrm>
            <a:prstGeom prst="rect">
              <a:avLst/>
            </a:prstGeom>
          </p:spPr>
        </p:pic>
        <p:sp>
          <p:nvSpPr>
            <p:cNvPr id="8" name="Google Shape;1174;p19">
              <a:extLst>
                <a:ext uri="{FF2B5EF4-FFF2-40B4-BE49-F238E27FC236}">
                  <a16:creationId xmlns:a16="http://schemas.microsoft.com/office/drawing/2014/main" id="{DCCD0DDE-C4B2-D587-E31D-21CDB3C3D9BC}"/>
                </a:ext>
              </a:extLst>
            </p:cNvPr>
            <p:cNvSpPr/>
            <p:nvPr/>
          </p:nvSpPr>
          <p:spPr>
            <a:xfrm>
              <a:off x="3652137" y="3407902"/>
              <a:ext cx="50514" cy="42459"/>
            </a:xfrm>
            <a:custGeom>
              <a:avLst/>
              <a:gdLst/>
              <a:ahLst/>
              <a:cxnLst/>
              <a:rect l="l" t="t" r="r" b="b"/>
              <a:pathLst>
                <a:path w="2271" h="2257" extrusionOk="0">
                  <a:moveTo>
                    <a:pt x="1110" y="0"/>
                  </a:moveTo>
                  <a:cubicBezTo>
                    <a:pt x="504" y="0"/>
                    <a:pt x="0" y="512"/>
                    <a:pt x="0" y="1121"/>
                  </a:cubicBezTo>
                  <a:cubicBezTo>
                    <a:pt x="0" y="1753"/>
                    <a:pt x="518" y="2256"/>
                    <a:pt x="1135" y="2256"/>
                  </a:cubicBezTo>
                  <a:cubicBezTo>
                    <a:pt x="1753" y="2256"/>
                    <a:pt x="2270" y="1753"/>
                    <a:pt x="2270" y="1121"/>
                  </a:cubicBezTo>
                  <a:cubicBezTo>
                    <a:pt x="2270" y="503"/>
                    <a:pt x="1753" y="1"/>
                    <a:pt x="1135" y="1"/>
                  </a:cubicBezTo>
                  <a:cubicBezTo>
                    <a:pt x="1127" y="0"/>
                    <a:pt x="1119" y="0"/>
                    <a:pt x="111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561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1185-6CBF-B790-6FF7-82F409446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806" y="802957"/>
            <a:ext cx="6110994" cy="1009651"/>
          </a:xfrm>
        </p:spPr>
        <p:txBody>
          <a:bodyPr/>
          <a:lstStyle>
            <a:lvl1pPr>
              <a:defRPr b="1" i="0">
                <a:latin typeface="Archivo" panose="020B0503020202020B04" pitchFamily="34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8699C-922B-429B-18B6-FAE8240AF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806" y="1947545"/>
            <a:ext cx="6110994" cy="4351338"/>
          </a:xfrm>
        </p:spPr>
        <p:txBody>
          <a:bodyPr/>
          <a:lstStyle>
            <a:lvl1pPr>
              <a:defRPr>
                <a:latin typeface="Archivo" panose="020B0503020202020B04" pitchFamily="34" charset="77"/>
              </a:defRPr>
            </a:lvl1pPr>
            <a:lvl2pPr>
              <a:defRPr>
                <a:latin typeface="Archivo" panose="020B0503020202020B04" pitchFamily="34" charset="77"/>
              </a:defRPr>
            </a:lvl2pPr>
            <a:lvl3pPr>
              <a:defRPr>
                <a:latin typeface="Archivo" panose="020B0503020202020B04" pitchFamily="34" charset="77"/>
              </a:defRPr>
            </a:lvl3pPr>
            <a:lvl4pPr>
              <a:defRPr>
                <a:latin typeface="Archivo" panose="020B0503020202020B04" pitchFamily="34" charset="77"/>
              </a:defRPr>
            </a:lvl4pPr>
            <a:lvl5pPr>
              <a:defRPr>
                <a:latin typeface="Archivo" panose="020B0503020202020B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2CC7D-8051-FBB2-1EE3-F281FAA3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chivo" panose="020B0503020202020B04" pitchFamily="34" charset="77"/>
              </a:defRPr>
            </a:lvl1pPr>
          </a:lstStyle>
          <a:p>
            <a:fld id="{972F4F4C-5816-A44D-909B-A63A7CF5C1BC}" type="slidenum">
              <a:rPr lang="en-EG" smtClean="0"/>
              <a:pPr/>
              <a:t>‹#›</a:t>
            </a:fld>
            <a:endParaRPr lang="en-EG" dirty="0"/>
          </a:p>
        </p:txBody>
      </p:sp>
      <p:sp>
        <p:nvSpPr>
          <p:cNvPr id="91" name="Google Shape;92;p1">
            <a:extLst>
              <a:ext uri="{FF2B5EF4-FFF2-40B4-BE49-F238E27FC236}">
                <a16:creationId xmlns:a16="http://schemas.microsoft.com/office/drawing/2014/main" id="{4AF868C8-46F8-0414-0AF6-ADE4446D862B}"/>
              </a:ext>
            </a:extLst>
          </p:cNvPr>
          <p:cNvSpPr>
            <a:spLocks noChangeAspect="1"/>
          </p:cNvSpPr>
          <p:nvPr userDrawn="1"/>
        </p:nvSpPr>
        <p:spPr>
          <a:xfrm>
            <a:off x="10845385" y="6416167"/>
            <a:ext cx="232347" cy="245489"/>
          </a:xfrm>
          <a:custGeom>
            <a:avLst/>
            <a:gdLst/>
            <a:ahLst/>
            <a:cxnLst/>
            <a:rect l="l" t="t" r="r" b="b"/>
            <a:pathLst>
              <a:path w="5761183" h="3154245" extrusionOk="0">
                <a:moveTo>
                  <a:pt x="0" y="0"/>
                </a:moveTo>
                <a:lnTo>
                  <a:pt x="5761183" y="0"/>
                </a:lnTo>
                <a:lnTo>
                  <a:pt x="5761183" y="3154244"/>
                </a:lnTo>
                <a:lnTo>
                  <a:pt x="0" y="3154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  <a:biLevel thresh="25000"/>
            </a:blip>
            <a:stretch>
              <a:fillRect l="-21560" t="-14125" r="-257959" b="-2041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chivo" panose="020B0503020202020B04" pitchFamily="34" charset="77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81C71-8B5D-D3A8-275F-EE607941BC5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1994" y="-646"/>
            <a:ext cx="1742912" cy="828000"/>
            <a:chOff x="2321302" y="2602920"/>
            <a:chExt cx="2859576" cy="1358486"/>
          </a:xfrm>
        </p:grpSpPr>
        <p:pic>
          <p:nvPicPr>
            <p:cNvPr id="5" name="Picture 4" descr="A web with blue text&#10;&#10;AI-generated content may be incorrect.">
              <a:extLst>
                <a:ext uri="{FF2B5EF4-FFF2-40B4-BE49-F238E27FC236}">
                  <a16:creationId xmlns:a16="http://schemas.microsoft.com/office/drawing/2014/main" id="{F555AB43-7740-2C20-DBB2-62B2484D0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tretch>
              <a:fillRect/>
            </a:stretch>
          </p:blipFill>
          <p:spPr>
            <a:xfrm>
              <a:off x="2321302" y="2602920"/>
              <a:ext cx="2859576" cy="1358486"/>
            </a:xfrm>
            <a:prstGeom prst="rect">
              <a:avLst/>
            </a:prstGeom>
          </p:spPr>
        </p:pic>
        <p:sp>
          <p:nvSpPr>
            <p:cNvPr id="8" name="Google Shape;1174;p19">
              <a:extLst>
                <a:ext uri="{FF2B5EF4-FFF2-40B4-BE49-F238E27FC236}">
                  <a16:creationId xmlns:a16="http://schemas.microsoft.com/office/drawing/2014/main" id="{E23D4E66-EC38-027C-D759-78B5CA61C59C}"/>
                </a:ext>
              </a:extLst>
            </p:cNvPr>
            <p:cNvSpPr/>
            <p:nvPr/>
          </p:nvSpPr>
          <p:spPr>
            <a:xfrm>
              <a:off x="3652137" y="3407902"/>
              <a:ext cx="50514" cy="42459"/>
            </a:xfrm>
            <a:custGeom>
              <a:avLst/>
              <a:gdLst/>
              <a:ahLst/>
              <a:cxnLst/>
              <a:rect l="l" t="t" r="r" b="b"/>
              <a:pathLst>
                <a:path w="2271" h="2257" extrusionOk="0">
                  <a:moveTo>
                    <a:pt x="1110" y="0"/>
                  </a:moveTo>
                  <a:cubicBezTo>
                    <a:pt x="504" y="0"/>
                    <a:pt x="0" y="512"/>
                    <a:pt x="0" y="1121"/>
                  </a:cubicBezTo>
                  <a:cubicBezTo>
                    <a:pt x="0" y="1753"/>
                    <a:pt x="518" y="2256"/>
                    <a:pt x="1135" y="2256"/>
                  </a:cubicBezTo>
                  <a:cubicBezTo>
                    <a:pt x="1753" y="2256"/>
                    <a:pt x="2270" y="1753"/>
                    <a:pt x="2270" y="1121"/>
                  </a:cubicBezTo>
                  <a:cubicBezTo>
                    <a:pt x="2270" y="503"/>
                    <a:pt x="1753" y="1"/>
                    <a:pt x="1135" y="1"/>
                  </a:cubicBezTo>
                  <a:cubicBezTo>
                    <a:pt x="1127" y="0"/>
                    <a:pt x="1119" y="0"/>
                    <a:pt x="111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0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1185-6CBF-B790-6FF7-82F409446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>
            <a:lvl1pPr>
              <a:defRPr b="1" i="0">
                <a:latin typeface="Archivo" panose="020B0503020202020B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8699C-922B-429B-18B6-FAE8240AF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chivo" panose="020B0503020202020B04" pitchFamily="34" charset="77"/>
              </a:defRPr>
            </a:lvl1pPr>
            <a:lvl2pPr>
              <a:defRPr>
                <a:latin typeface="Archivo" panose="020B0503020202020B04" pitchFamily="34" charset="77"/>
              </a:defRPr>
            </a:lvl2pPr>
            <a:lvl3pPr>
              <a:defRPr>
                <a:latin typeface="Archivo" panose="020B0503020202020B04" pitchFamily="34" charset="77"/>
              </a:defRPr>
            </a:lvl3pPr>
            <a:lvl4pPr>
              <a:defRPr>
                <a:latin typeface="Archivo" panose="020B0503020202020B04" pitchFamily="34" charset="77"/>
              </a:defRPr>
            </a:lvl4pPr>
            <a:lvl5pPr>
              <a:defRPr>
                <a:latin typeface="Archivo" panose="020B0503020202020B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2CC7D-8051-FBB2-1EE3-F281FAA3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chivo" panose="020B0503020202020B04" pitchFamily="34" charset="77"/>
              </a:defRPr>
            </a:lvl1pPr>
          </a:lstStyle>
          <a:p>
            <a:fld id="{972F4F4C-5816-A44D-909B-A63A7CF5C1BC}" type="slidenum">
              <a:rPr lang="en-EG" smtClean="0"/>
              <a:pPr/>
              <a:t>‹#›</a:t>
            </a:fld>
            <a:endParaRPr lang="en-EG" dirty="0"/>
          </a:p>
        </p:txBody>
      </p:sp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5D13BA8D-B5F2-35BE-0914-AD64964CA01D}"/>
              </a:ext>
            </a:extLst>
          </p:cNvPr>
          <p:cNvSpPr>
            <a:spLocks noChangeAspect="1"/>
          </p:cNvSpPr>
          <p:nvPr userDrawn="1"/>
        </p:nvSpPr>
        <p:spPr>
          <a:xfrm>
            <a:off x="10845385" y="6416167"/>
            <a:ext cx="232347" cy="245489"/>
          </a:xfrm>
          <a:custGeom>
            <a:avLst/>
            <a:gdLst/>
            <a:ahLst/>
            <a:cxnLst/>
            <a:rect l="l" t="t" r="r" b="b"/>
            <a:pathLst>
              <a:path w="5761183" h="3154245" extrusionOk="0">
                <a:moveTo>
                  <a:pt x="0" y="0"/>
                </a:moveTo>
                <a:lnTo>
                  <a:pt x="5761183" y="0"/>
                </a:lnTo>
                <a:lnTo>
                  <a:pt x="5761183" y="3154244"/>
                </a:lnTo>
                <a:lnTo>
                  <a:pt x="0" y="3154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  <a:biLevel thresh="25000"/>
            </a:blip>
            <a:stretch>
              <a:fillRect l="-21560" t="-14125" r="-257959" b="-2041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bg1"/>
              </a:solidFill>
              <a:latin typeface="Archivo" panose="020B0503020202020B04" pitchFamily="34" charset="77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1B3779-7D3B-A3C7-8C3D-0BC1D9AAAF5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1994" y="-646"/>
            <a:ext cx="1742912" cy="828000"/>
            <a:chOff x="2321302" y="2602920"/>
            <a:chExt cx="2859576" cy="1358486"/>
          </a:xfrm>
        </p:grpSpPr>
        <p:pic>
          <p:nvPicPr>
            <p:cNvPr id="7" name="Picture 6" descr="A web with blue text&#10;&#10;AI-generated content may be incorrect.">
              <a:extLst>
                <a:ext uri="{FF2B5EF4-FFF2-40B4-BE49-F238E27FC236}">
                  <a16:creationId xmlns:a16="http://schemas.microsoft.com/office/drawing/2014/main" id="{A8FE22F4-49C3-EA5D-518C-F2A95AF24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tretch>
              <a:fillRect/>
            </a:stretch>
          </p:blipFill>
          <p:spPr>
            <a:xfrm>
              <a:off x="2321302" y="2602920"/>
              <a:ext cx="2859576" cy="1358486"/>
            </a:xfrm>
            <a:prstGeom prst="rect">
              <a:avLst/>
            </a:prstGeom>
          </p:spPr>
        </p:pic>
        <p:sp>
          <p:nvSpPr>
            <p:cNvPr id="9" name="Google Shape;1174;p19">
              <a:extLst>
                <a:ext uri="{FF2B5EF4-FFF2-40B4-BE49-F238E27FC236}">
                  <a16:creationId xmlns:a16="http://schemas.microsoft.com/office/drawing/2014/main" id="{995510FB-86CF-A8B8-4612-627406935FAC}"/>
                </a:ext>
              </a:extLst>
            </p:cNvPr>
            <p:cNvSpPr/>
            <p:nvPr/>
          </p:nvSpPr>
          <p:spPr>
            <a:xfrm>
              <a:off x="3652137" y="3407902"/>
              <a:ext cx="50514" cy="42459"/>
            </a:xfrm>
            <a:custGeom>
              <a:avLst/>
              <a:gdLst/>
              <a:ahLst/>
              <a:cxnLst/>
              <a:rect l="l" t="t" r="r" b="b"/>
              <a:pathLst>
                <a:path w="2271" h="2257" extrusionOk="0">
                  <a:moveTo>
                    <a:pt x="1110" y="0"/>
                  </a:moveTo>
                  <a:cubicBezTo>
                    <a:pt x="504" y="0"/>
                    <a:pt x="0" y="512"/>
                    <a:pt x="0" y="1121"/>
                  </a:cubicBezTo>
                  <a:cubicBezTo>
                    <a:pt x="0" y="1753"/>
                    <a:pt x="518" y="2256"/>
                    <a:pt x="1135" y="2256"/>
                  </a:cubicBezTo>
                  <a:cubicBezTo>
                    <a:pt x="1753" y="2256"/>
                    <a:pt x="2270" y="1753"/>
                    <a:pt x="2270" y="1121"/>
                  </a:cubicBezTo>
                  <a:cubicBezTo>
                    <a:pt x="2270" y="503"/>
                    <a:pt x="1753" y="1"/>
                    <a:pt x="1135" y="1"/>
                  </a:cubicBezTo>
                  <a:cubicBezTo>
                    <a:pt x="1127" y="0"/>
                    <a:pt x="1119" y="0"/>
                    <a:pt x="111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210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7913D-C177-C8F9-6F76-8A13DC74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chivo" panose="020B0503020202020B04" pitchFamily="34" charset="77"/>
              </a:defRPr>
            </a:lvl1pPr>
          </a:lstStyle>
          <a:p>
            <a:fld id="{972F4F4C-5816-A44D-909B-A63A7CF5C1BC}" type="slidenum">
              <a:rPr lang="en-EG" smtClean="0"/>
              <a:pPr/>
              <a:t>‹#›</a:t>
            </a:fld>
            <a:endParaRPr lang="en-EG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E275C8-3A69-B143-EB7A-A16D40E7B7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1994" y="-646"/>
            <a:ext cx="1742912" cy="828000"/>
            <a:chOff x="2321302" y="2602920"/>
            <a:chExt cx="2859576" cy="1358486"/>
          </a:xfrm>
        </p:grpSpPr>
        <p:pic>
          <p:nvPicPr>
            <p:cNvPr id="5" name="Picture 4" descr="A web with blue text&#10;&#10;AI-generated content may be incorrect.">
              <a:extLst>
                <a:ext uri="{FF2B5EF4-FFF2-40B4-BE49-F238E27FC236}">
                  <a16:creationId xmlns:a16="http://schemas.microsoft.com/office/drawing/2014/main" id="{12AFBE5F-783F-8231-765E-AE6F7C892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tretch>
              <a:fillRect/>
            </a:stretch>
          </p:blipFill>
          <p:spPr>
            <a:xfrm>
              <a:off x="2321302" y="2602920"/>
              <a:ext cx="2859576" cy="1358486"/>
            </a:xfrm>
            <a:prstGeom prst="rect">
              <a:avLst/>
            </a:prstGeom>
          </p:spPr>
        </p:pic>
        <p:sp>
          <p:nvSpPr>
            <p:cNvPr id="6" name="Google Shape;1174;p19">
              <a:extLst>
                <a:ext uri="{FF2B5EF4-FFF2-40B4-BE49-F238E27FC236}">
                  <a16:creationId xmlns:a16="http://schemas.microsoft.com/office/drawing/2014/main" id="{F886D0A5-FF75-BFAD-D143-5357E985ECDC}"/>
                </a:ext>
              </a:extLst>
            </p:cNvPr>
            <p:cNvSpPr/>
            <p:nvPr/>
          </p:nvSpPr>
          <p:spPr>
            <a:xfrm>
              <a:off x="3652137" y="3407902"/>
              <a:ext cx="50514" cy="42459"/>
            </a:xfrm>
            <a:custGeom>
              <a:avLst/>
              <a:gdLst/>
              <a:ahLst/>
              <a:cxnLst/>
              <a:rect l="l" t="t" r="r" b="b"/>
              <a:pathLst>
                <a:path w="2271" h="2257" extrusionOk="0">
                  <a:moveTo>
                    <a:pt x="1110" y="0"/>
                  </a:moveTo>
                  <a:cubicBezTo>
                    <a:pt x="504" y="0"/>
                    <a:pt x="0" y="512"/>
                    <a:pt x="0" y="1121"/>
                  </a:cubicBezTo>
                  <a:cubicBezTo>
                    <a:pt x="0" y="1753"/>
                    <a:pt x="518" y="2256"/>
                    <a:pt x="1135" y="2256"/>
                  </a:cubicBezTo>
                  <a:cubicBezTo>
                    <a:pt x="1753" y="2256"/>
                    <a:pt x="2270" y="1753"/>
                    <a:pt x="2270" y="1121"/>
                  </a:cubicBezTo>
                  <a:cubicBezTo>
                    <a:pt x="2270" y="503"/>
                    <a:pt x="1753" y="1"/>
                    <a:pt x="1135" y="1"/>
                  </a:cubicBezTo>
                  <a:cubicBezTo>
                    <a:pt x="1127" y="0"/>
                    <a:pt x="1119" y="0"/>
                    <a:pt x="111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6164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7913D-C177-C8F9-6F76-8A13DC74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chivo" panose="020B0503020202020B04" pitchFamily="34" charset="77"/>
              </a:defRPr>
            </a:lvl1pPr>
          </a:lstStyle>
          <a:p>
            <a:fld id="{972F4F4C-5816-A44D-909B-A63A7CF5C1BC}" type="slidenum">
              <a:rPr lang="en-EG" smtClean="0"/>
              <a:pPr/>
              <a:t>‹#›</a:t>
            </a:fld>
            <a:endParaRPr lang="en-EG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E275C8-3A69-B143-EB7A-A16D40E7B7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1994" y="-646"/>
            <a:ext cx="1742912" cy="828000"/>
            <a:chOff x="2321302" y="2602920"/>
            <a:chExt cx="2859576" cy="1358486"/>
          </a:xfrm>
        </p:grpSpPr>
        <p:pic>
          <p:nvPicPr>
            <p:cNvPr id="5" name="Picture 4" descr="A web with blue text&#10;&#10;AI-generated content may be incorrect.">
              <a:extLst>
                <a:ext uri="{FF2B5EF4-FFF2-40B4-BE49-F238E27FC236}">
                  <a16:creationId xmlns:a16="http://schemas.microsoft.com/office/drawing/2014/main" id="{12AFBE5F-783F-8231-765E-AE6F7C892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tretch>
              <a:fillRect/>
            </a:stretch>
          </p:blipFill>
          <p:spPr>
            <a:xfrm>
              <a:off x="2321302" y="2602920"/>
              <a:ext cx="2859576" cy="1358486"/>
            </a:xfrm>
            <a:prstGeom prst="rect">
              <a:avLst/>
            </a:prstGeom>
          </p:spPr>
        </p:pic>
        <p:sp>
          <p:nvSpPr>
            <p:cNvPr id="6" name="Google Shape;1174;p19">
              <a:extLst>
                <a:ext uri="{FF2B5EF4-FFF2-40B4-BE49-F238E27FC236}">
                  <a16:creationId xmlns:a16="http://schemas.microsoft.com/office/drawing/2014/main" id="{F886D0A5-FF75-BFAD-D143-5357E985ECDC}"/>
                </a:ext>
              </a:extLst>
            </p:cNvPr>
            <p:cNvSpPr/>
            <p:nvPr/>
          </p:nvSpPr>
          <p:spPr>
            <a:xfrm>
              <a:off x="3652137" y="3407902"/>
              <a:ext cx="50514" cy="42459"/>
            </a:xfrm>
            <a:custGeom>
              <a:avLst/>
              <a:gdLst/>
              <a:ahLst/>
              <a:cxnLst/>
              <a:rect l="l" t="t" r="r" b="b"/>
              <a:pathLst>
                <a:path w="2271" h="2257" extrusionOk="0">
                  <a:moveTo>
                    <a:pt x="1110" y="0"/>
                  </a:moveTo>
                  <a:cubicBezTo>
                    <a:pt x="504" y="0"/>
                    <a:pt x="0" y="512"/>
                    <a:pt x="0" y="1121"/>
                  </a:cubicBezTo>
                  <a:cubicBezTo>
                    <a:pt x="0" y="1753"/>
                    <a:pt x="518" y="2256"/>
                    <a:pt x="1135" y="2256"/>
                  </a:cubicBezTo>
                  <a:cubicBezTo>
                    <a:pt x="1753" y="2256"/>
                    <a:pt x="2270" y="1753"/>
                    <a:pt x="2270" y="1121"/>
                  </a:cubicBezTo>
                  <a:cubicBezTo>
                    <a:pt x="2270" y="503"/>
                    <a:pt x="1753" y="1"/>
                    <a:pt x="1135" y="1"/>
                  </a:cubicBezTo>
                  <a:cubicBezTo>
                    <a:pt x="1127" y="0"/>
                    <a:pt x="1119" y="0"/>
                    <a:pt x="111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3" name="Title 12">
            <a:extLst>
              <a:ext uri="{FF2B5EF4-FFF2-40B4-BE49-F238E27FC236}">
                <a16:creationId xmlns:a16="http://schemas.microsoft.com/office/drawing/2014/main" id="{8EC76E64-748F-F076-C545-45B980D4B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70" y="854543"/>
            <a:ext cx="11193657" cy="592892"/>
          </a:xfrm>
        </p:spPr>
        <p:txBody>
          <a:bodyPr vert="horz" lIns="91440" tIns="45720" rIns="0" bIns="45720" rtlCol="0" anchor="ctr">
            <a:normAutofit/>
          </a:bodyPr>
          <a:lstStyle>
            <a:lvl1pPr>
              <a:defRPr lang="en-EG" sz="2200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en-US" dirty="0"/>
              <a:t>Title</a:t>
            </a:r>
            <a:endParaRPr lang="en-EG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A9121FD-6CC3-4225-E1BA-70111DA37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170" y="1476289"/>
            <a:ext cx="11193657" cy="547774"/>
          </a:xfrm>
        </p:spPr>
        <p:txBody>
          <a:bodyPr rIns="0" anchor="ctr">
            <a:noAutofit/>
          </a:bodyPr>
          <a:lstStyle>
            <a:lvl1pPr>
              <a:defRPr lang="en-US" sz="1800" b="1" dirty="0" smtClean="0">
                <a:solidFill>
                  <a:schemeClr val="bg1">
                    <a:lumMod val="50000"/>
                  </a:schemeClr>
                </a:solidFill>
                <a:ea typeface="+mj-ea"/>
                <a:cs typeface="+mj-cs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dirty="0" smtClean="0">
                <a:latin typeface="+mn-lt"/>
              </a:defRPr>
            </a:lvl4pPr>
            <a:lvl5pPr>
              <a:defRPr lang="en-EG" dirty="0">
                <a:latin typeface="+mn-lt"/>
              </a:defRPr>
            </a:lvl5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Storyline 1</a:t>
            </a:r>
          </a:p>
          <a:p>
            <a:pPr marL="0" lvl="0">
              <a:spcBef>
                <a:spcPct val="0"/>
              </a:spcBef>
              <a:buNone/>
            </a:pPr>
            <a:r>
              <a:rPr lang="en-US" dirty="0"/>
              <a:t>Storyline 2</a:t>
            </a:r>
          </a:p>
        </p:txBody>
      </p:sp>
    </p:spTree>
    <p:extLst>
      <p:ext uri="{BB962C8B-B14F-4D97-AF65-F5344CB8AC3E}">
        <p14:creationId xmlns:p14="http://schemas.microsoft.com/office/powerpoint/2010/main" val="1007652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527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pos="302" userDrawn="1">
          <p15:clr>
            <a:srgbClr val="FBAE40"/>
          </p15:clr>
        </p15:guide>
        <p15:guide id="6" pos="7378" userDrawn="1">
          <p15:clr>
            <a:srgbClr val="FBAE40"/>
          </p15:clr>
        </p15:guide>
        <p15:guide id="7" orient="horz" pos="134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95F6EF-0E12-E7E6-45F9-0125CEA1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07DB2-D02A-A63A-8100-BE1CD49BC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9DE22-E5FB-2F73-7DEB-FC126E7EC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chivo" panose="020B0503020202020B04" pitchFamily="34" charset="77"/>
              </a:defRPr>
            </a:lvl1pPr>
          </a:lstStyle>
          <a:p>
            <a:fld id="{972F4F4C-5816-A44D-909B-A63A7CF5C1BC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37491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6" r:id="rId3"/>
    <p:sldLayoutId id="2147483650" r:id="rId4"/>
    <p:sldLayoutId id="2147483665" r:id="rId5"/>
    <p:sldLayoutId id="2147483657" r:id="rId6"/>
    <p:sldLayoutId id="2147483655" r:id="rId7"/>
    <p:sldLayoutId id="214748366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chivo" panose="020B0503020202020B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chivo" panose="020B0503020202020B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chivo" panose="020B0503020202020B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chivo" panose="020B0503020202020B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chivo" panose="020B0503020202020B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chivo" panose="020B0503020202020B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Sales@pss-data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576B-7F8A-D9DF-7302-39CEBA9D6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890" y="523699"/>
            <a:ext cx="9144000" cy="161622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/>
                </a:solidFill>
              </a:rPr>
              <a:t>B</a:t>
            </a:r>
            <a:r>
              <a:rPr lang="en-EG" sz="4800" dirty="0">
                <a:solidFill>
                  <a:schemeClr val="accent1"/>
                </a:solidFill>
              </a:rPr>
              <a:t>rand Manual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3A3BC83-F545-DDCC-2F87-DC4F6D6F0D40}"/>
              </a:ext>
            </a:extLst>
          </p:cNvPr>
          <p:cNvGrpSpPr/>
          <p:nvPr/>
        </p:nvGrpSpPr>
        <p:grpSpPr>
          <a:xfrm>
            <a:off x="4679102" y="3052631"/>
            <a:ext cx="2859576" cy="1383896"/>
            <a:chOff x="2321302" y="2602920"/>
            <a:chExt cx="2859576" cy="1383896"/>
          </a:xfrm>
        </p:grpSpPr>
        <p:pic>
          <p:nvPicPr>
            <p:cNvPr id="15" name="Picture 14" descr="A web with blue text&#10;&#10;AI-generated content may be incorrect.">
              <a:extLst>
                <a:ext uri="{FF2B5EF4-FFF2-40B4-BE49-F238E27FC236}">
                  <a16:creationId xmlns:a16="http://schemas.microsoft.com/office/drawing/2014/main" id="{15E8049D-1841-B676-81ED-155679120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tretch>
              <a:fillRect/>
            </a:stretch>
          </p:blipFill>
          <p:spPr>
            <a:xfrm>
              <a:off x="2321302" y="2602920"/>
              <a:ext cx="2859576" cy="1358486"/>
            </a:xfrm>
            <a:prstGeom prst="rect">
              <a:avLst/>
            </a:prstGeom>
          </p:spPr>
        </p:pic>
        <p:sp>
          <p:nvSpPr>
            <p:cNvPr id="16" name="Google Shape;1174;p19">
              <a:extLst>
                <a:ext uri="{FF2B5EF4-FFF2-40B4-BE49-F238E27FC236}">
                  <a16:creationId xmlns:a16="http://schemas.microsoft.com/office/drawing/2014/main" id="{E75809B9-43E4-DC26-5EB7-6E0F121704B1}"/>
                </a:ext>
              </a:extLst>
            </p:cNvPr>
            <p:cNvSpPr/>
            <p:nvPr/>
          </p:nvSpPr>
          <p:spPr>
            <a:xfrm>
              <a:off x="3652137" y="3407902"/>
              <a:ext cx="50514" cy="42459"/>
            </a:xfrm>
            <a:custGeom>
              <a:avLst/>
              <a:gdLst/>
              <a:ahLst/>
              <a:cxnLst/>
              <a:rect l="l" t="t" r="r" b="b"/>
              <a:pathLst>
                <a:path w="2271" h="2257" extrusionOk="0">
                  <a:moveTo>
                    <a:pt x="1110" y="0"/>
                  </a:moveTo>
                  <a:cubicBezTo>
                    <a:pt x="504" y="0"/>
                    <a:pt x="0" y="512"/>
                    <a:pt x="0" y="1121"/>
                  </a:cubicBezTo>
                  <a:cubicBezTo>
                    <a:pt x="0" y="1753"/>
                    <a:pt x="518" y="2256"/>
                    <a:pt x="1135" y="2256"/>
                  </a:cubicBezTo>
                  <a:cubicBezTo>
                    <a:pt x="1753" y="2256"/>
                    <a:pt x="2270" y="1753"/>
                    <a:pt x="2270" y="1121"/>
                  </a:cubicBezTo>
                  <a:cubicBezTo>
                    <a:pt x="2270" y="503"/>
                    <a:pt x="1753" y="1"/>
                    <a:pt x="1135" y="1"/>
                  </a:cubicBezTo>
                  <a:cubicBezTo>
                    <a:pt x="1127" y="0"/>
                    <a:pt x="1119" y="0"/>
                    <a:pt x="111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6F8D4F-6106-88BE-032A-4F6631DD947B}"/>
                </a:ext>
              </a:extLst>
            </p:cNvPr>
            <p:cNvSpPr/>
            <p:nvPr/>
          </p:nvSpPr>
          <p:spPr>
            <a:xfrm>
              <a:off x="3479107" y="3619725"/>
              <a:ext cx="1478168" cy="3670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EG" sz="1200" i="1" dirty="0">
                  <a:solidFill>
                    <a:schemeClr val="tx1"/>
                  </a:solidFill>
                  <a:latin typeface="Archivo" panose="020B0503020202020B04" pitchFamily="34" charset="77"/>
                </a:rPr>
                <a:t>Smarter football decisions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311BF72-6A12-D9EA-8EFC-CE7F4F5944D1}"/>
              </a:ext>
            </a:extLst>
          </p:cNvPr>
          <p:cNvGrpSpPr/>
          <p:nvPr/>
        </p:nvGrpSpPr>
        <p:grpSpPr>
          <a:xfrm>
            <a:off x="22239" y="0"/>
            <a:ext cx="12139054" cy="6856575"/>
            <a:chOff x="22239" y="0"/>
            <a:chExt cx="12139054" cy="685657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7EC5AB7-FC8C-F2AC-E083-AA2D8D812699}"/>
                </a:ext>
              </a:extLst>
            </p:cNvPr>
            <p:cNvGrpSpPr/>
            <p:nvPr/>
          </p:nvGrpSpPr>
          <p:grpSpPr>
            <a:xfrm>
              <a:off x="30707" y="1508760"/>
              <a:ext cx="2235470" cy="3840480"/>
              <a:chOff x="98439" y="1508760"/>
              <a:chExt cx="2235470" cy="384048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8F5522B-4DBD-A74B-31E5-D57AAAE91907}"/>
                  </a:ext>
                </a:extLst>
              </p:cNvPr>
              <p:cNvSpPr/>
              <p:nvPr/>
            </p:nvSpPr>
            <p:spPr>
              <a:xfrm>
                <a:off x="98440" y="2551788"/>
                <a:ext cx="541639" cy="1754424"/>
              </a:xfrm>
              <a:prstGeom prst="rect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G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5022517-9FB7-8D77-39C8-7A8156AF53C9}"/>
                  </a:ext>
                </a:extLst>
              </p:cNvPr>
              <p:cNvSpPr/>
              <p:nvPr/>
            </p:nvSpPr>
            <p:spPr>
              <a:xfrm>
                <a:off x="98439" y="1508760"/>
                <a:ext cx="1856385" cy="3840480"/>
              </a:xfrm>
              <a:prstGeom prst="rect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G"/>
              </a:p>
            </p:txBody>
          </p:sp>
          <p:sp>
            <p:nvSpPr>
              <p:cNvPr id="24" name="Connector 22">
                <a:extLst>
                  <a:ext uri="{FF2B5EF4-FFF2-40B4-BE49-F238E27FC236}">
                    <a16:creationId xmlns:a16="http://schemas.microsoft.com/office/drawing/2014/main" id="{DF07B517-3C72-A1B8-34DA-1692BB341595}"/>
                  </a:ext>
                </a:extLst>
              </p:cNvPr>
              <p:cNvSpPr/>
              <p:nvPr/>
            </p:nvSpPr>
            <p:spPr>
              <a:xfrm>
                <a:off x="1950810" y="2796954"/>
                <a:ext cx="383099" cy="1264093"/>
              </a:xfrm>
              <a:custGeom>
                <a:avLst/>
                <a:gdLst>
                  <a:gd name="connsiteX0" fmla="*/ 0 w 1268532"/>
                  <a:gd name="connsiteY0" fmla="*/ 756695 h 1513390"/>
                  <a:gd name="connsiteX1" fmla="*/ 634266 w 1268532"/>
                  <a:gd name="connsiteY1" fmla="*/ 0 h 1513390"/>
                  <a:gd name="connsiteX2" fmla="*/ 1268532 w 1268532"/>
                  <a:gd name="connsiteY2" fmla="*/ 756695 h 1513390"/>
                  <a:gd name="connsiteX3" fmla="*/ 634266 w 1268532"/>
                  <a:gd name="connsiteY3" fmla="*/ 1513390 h 1513390"/>
                  <a:gd name="connsiteX4" fmla="*/ 0 w 1268532"/>
                  <a:gd name="connsiteY4" fmla="*/ 756695 h 1513390"/>
                  <a:gd name="connsiteX0" fmla="*/ 193751 w 648309"/>
                  <a:gd name="connsiteY0" fmla="*/ 772566 h 1513420"/>
                  <a:gd name="connsiteX1" fmla="*/ 14043 w 648309"/>
                  <a:gd name="connsiteY1" fmla="*/ 15 h 1513420"/>
                  <a:gd name="connsiteX2" fmla="*/ 648309 w 648309"/>
                  <a:gd name="connsiteY2" fmla="*/ 756710 h 1513420"/>
                  <a:gd name="connsiteX3" fmla="*/ 14043 w 648309"/>
                  <a:gd name="connsiteY3" fmla="*/ 1513405 h 1513420"/>
                  <a:gd name="connsiteX4" fmla="*/ 193751 w 648309"/>
                  <a:gd name="connsiteY4" fmla="*/ 772566 h 1513420"/>
                  <a:gd name="connsiteX0" fmla="*/ 195460 w 650018"/>
                  <a:gd name="connsiteY0" fmla="*/ 740855 h 1481704"/>
                  <a:gd name="connsiteX1" fmla="*/ 227174 w 650018"/>
                  <a:gd name="connsiteY1" fmla="*/ 17 h 1481704"/>
                  <a:gd name="connsiteX2" fmla="*/ 650018 w 650018"/>
                  <a:gd name="connsiteY2" fmla="*/ 724999 h 1481704"/>
                  <a:gd name="connsiteX3" fmla="*/ 15752 w 650018"/>
                  <a:gd name="connsiteY3" fmla="*/ 1481694 h 1481704"/>
                  <a:gd name="connsiteX4" fmla="*/ 195460 w 650018"/>
                  <a:gd name="connsiteY4" fmla="*/ 740855 h 1481704"/>
                  <a:gd name="connsiteX0" fmla="*/ 13344 w 467902"/>
                  <a:gd name="connsiteY0" fmla="*/ 740855 h 1465847"/>
                  <a:gd name="connsiteX1" fmla="*/ 45058 w 467902"/>
                  <a:gd name="connsiteY1" fmla="*/ 17 h 1465847"/>
                  <a:gd name="connsiteX2" fmla="*/ 467902 w 467902"/>
                  <a:gd name="connsiteY2" fmla="*/ 724999 h 1465847"/>
                  <a:gd name="connsiteX3" fmla="*/ 55629 w 467902"/>
                  <a:gd name="connsiteY3" fmla="*/ 1465837 h 1465847"/>
                  <a:gd name="connsiteX4" fmla="*/ 13344 w 467902"/>
                  <a:gd name="connsiteY4" fmla="*/ 740855 h 1465847"/>
                  <a:gd name="connsiteX0" fmla="*/ 13344 w 467902"/>
                  <a:gd name="connsiteY0" fmla="*/ 750379 h 1475371"/>
                  <a:gd name="connsiteX1" fmla="*/ 45058 w 467902"/>
                  <a:gd name="connsiteY1" fmla="*/ 16 h 1475371"/>
                  <a:gd name="connsiteX2" fmla="*/ 467902 w 467902"/>
                  <a:gd name="connsiteY2" fmla="*/ 734523 h 1475371"/>
                  <a:gd name="connsiteX3" fmla="*/ 55629 w 467902"/>
                  <a:gd name="connsiteY3" fmla="*/ 1475361 h 1475371"/>
                  <a:gd name="connsiteX4" fmla="*/ 13344 w 467902"/>
                  <a:gd name="connsiteY4" fmla="*/ 750379 h 1475371"/>
                  <a:gd name="connsiteX0" fmla="*/ 15703 w 470261"/>
                  <a:gd name="connsiteY0" fmla="*/ 750379 h 1475371"/>
                  <a:gd name="connsiteX1" fmla="*/ 47417 w 470261"/>
                  <a:gd name="connsiteY1" fmla="*/ 16 h 1475371"/>
                  <a:gd name="connsiteX2" fmla="*/ 470261 w 470261"/>
                  <a:gd name="connsiteY2" fmla="*/ 734523 h 1475371"/>
                  <a:gd name="connsiteX3" fmla="*/ 57988 w 470261"/>
                  <a:gd name="connsiteY3" fmla="*/ 1475361 h 1475371"/>
                  <a:gd name="connsiteX4" fmla="*/ 15703 w 470261"/>
                  <a:gd name="connsiteY4" fmla="*/ 750379 h 1475371"/>
                  <a:gd name="connsiteX0" fmla="*/ 15046 w 469604"/>
                  <a:gd name="connsiteY0" fmla="*/ 750379 h 1489658"/>
                  <a:gd name="connsiteX1" fmla="*/ 46760 w 469604"/>
                  <a:gd name="connsiteY1" fmla="*/ 16 h 1489658"/>
                  <a:gd name="connsiteX2" fmla="*/ 469604 w 469604"/>
                  <a:gd name="connsiteY2" fmla="*/ 734523 h 1489658"/>
                  <a:gd name="connsiteX3" fmla="*/ 45575 w 469604"/>
                  <a:gd name="connsiteY3" fmla="*/ 1489648 h 1489658"/>
                  <a:gd name="connsiteX4" fmla="*/ 15046 w 469604"/>
                  <a:gd name="connsiteY4" fmla="*/ 750379 h 1489658"/>
                  <a:gd name="connsiteX0" fmla="*/ 18297 w 472855"/>
                  <a:gd name="connsiteY0" fmla="*/ 750379 h 1489658"/>
                  <a:gd name="connsiteX1" fmla="*/ 50011 w 472855"/>
                  <a:gd name="connsiteY1" fmla="*/ 16 h 1489658"/>
                  <a:gd name="connsiteX2" fmla="*/ 472855 w 472855"/>
                  <a:gd name="connsiteY2" fmla="*/ 734523 h 1489658"/>
                  <a:gd name="connsiteX3" fmla="*/ 48826 w 472855"/>
                  <a:gd name="connsiteY3" fmla="*/ 1489648 h 1489658"/>
                  <a:gd name="connsiteX4" fmla="*/ 18297 w 472855"/>
                  <a:gd name="connsiteY4" fmla="*/ 750379 h 1489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2855" h="1489658">
                    <a:moveTo>
                      <a:pt x="18297" y="750379"/>
                    </a:moveTo>
                    <a:cubicBezTo>
                      <a:pt x="18495" y="502107"/>
                      <a:pt x="-31627" y="2659"/>
                      <a:pt x="50011" y="16"/>
                    </a:cubicBezTo>
                    <a:cubicBezTo>
                      <a:pt x="131649" y="-2627"/>
                      <a:pt x="472855" y="316612"/>
                      <a:pt x="472855" y="734523"/>
                    </a:cubicBezTo>
                    <a:cubicBezTo>
                      <a:pt x="472855" y="1152434"/>
                      <a:pt x="136343" y="1487005"/>
                      <a:pt x="48826" y="1489648"/>
                    </a:cubicBezTo>
                    <a:cubicBezTo>
                      <a:pt x="-38691" y="1492291"/>
                      <a:pt x="18100" y="998651"/>
                      <a:pt x="18297" y="750379"/>
                    </a:cubicBezTo>
                    <a:close/>
                  </a:path>
                </a:pathLst>
              </a:cu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G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D58CBB0-CD02-7561-D27D-CD0BFAE27A15}"/>
                </a:ext>
              </a:extLst>
            </p:cNvPr>
            <p:cNvSpPr/>
            <p:nvPr/>
          </p:nvSpPr>
          <p:spPr>
            <a:xfrm>
              <a:off x="22239" y="0"/>
              <a:ext cx="12139054" cy="6856575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G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5C0F01C-DC80-6069-F773-B8AC2457DD75}"/>
                </a:ext>
              </a:extLst>
            </p:cNvPr>
            <p:cNvGrpSpPr/>
            <p:nvPr/>
          </p:nvGrpSpPr>
          <p:grpSpPr>
            <a:xfrm flipH="1">
              <a:off x="9922663" y="1508760"/>
              <a:ext cx="2235470" cy="3840480"/>
              <a:chOff x="98439" y="1508760"/>
              <a:chExt cx="2235470" cy="384048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F814CB4-B5C3-6591-037C-7050629BD0B0}"/>
                  </a:ext>
                </a:extLst>
              </p:cNvPr>
              <p:cNvSpPr/>
              <p:nvPr/>
            </p:nvSpPr>
            <p:spPr>
              <a:xfrm>
                <a:off x="98440" y="2551788"/>
                <a:ext cx="541639" cy="1754424"/>
              </a:xfrm>
              <a:prstGeom prst="rect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G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AA7D751-2701-4275-1D77-657BD6AFE1BF}"/>
                  </a:ext>
                </a:extLst>
              </p:cNvPr>
              <p:cNvSpPr/>
              <p:nvPr/>
            </p:nvSpPr>
            <p:spPr>
              <a:xfrm>
                <a:off x="98439" y="1508760"/>
                <a:ext cx="1856385" cy="3840480"/>
              </a:xfrm>
              <a:prstGeom prst="rect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G"/>
              </a:p>
            </p:txBody>
          </p:sp>
          <p:sp>
            <p:nvSpPr>
              <p:cNvPr id="30" name="Connector 22">
                <a:extLst>
                  <a:ext uri="{FF2B5EF4-FFF2-40B4-BE49-F238E27FC236}">
                    <a16:creationId xmlns:a16="http://schemas.microsoft.com/office/drawing/2014/main" id="{4A5773C1-A997-7651-E77F-C1571E43B444}"/>
                  </a:ext>
                </a:extLst>
              </p:cNvPr>
              <p:cNvSpPr/>
              <p:nvPr/>
            </p:nvSpPr>
            <p:spPr>
              <a:xfrm>
                <a:off x="1950810" y="2796954"/>
                <a:ext cx="383099" cy="1264093"/>
              </a:xfrm>
              <a:custGeom>
                <a:avLst/>
                <a:gdLst>
                  <a:gd name="connsiteX0" fmla="*/ 0 w 1268532"/>
                  <a:gd name="connsiteY0" fmla="*/ 756695 h 1513390"/>
                  <a:gd name="connsiteX1" fmla="*/ 634266 w 1268532"/>
                  <a:gd name="connsiteY1" fmla="*/ 0 h 1513390"/>
                  <a:gd name="connsiteX2" fmla="*/ 1268532 w 1268532"/>
                  <a:gd name="connsiteY2" fmla="*/ 756695 h 1513390"/>
                  <a:gd name="connsiteX3" fmla="*/ 634266 w 1268532"/>
                  <a:gd name="connsiteY3" fmla="*/ 1513390 h 1513390"/>
                  <a:gd name="connsiteX4" fmla="*/ 0 w 1268532"/>
                  <a:gd name="connsiteY4" fmla="*/ 756695 h 1513390"/>
                  <a:gd name="connsiteX0" fmla="*/ 193751 w 648309"/>
                  <a:gd name="connsiteY0" fmla="*/ 772566 h 1513420"/>
                  <a:gd name="connsiteX1" fmla="*/ 14043 w 648309"/>
                  <a:gd name="connsiteY1" fmla="*/ 15 h 1513420"/>
                  <a:gd name="connsiteX2" fmla="*/ 648309 w 648309"/>
                  <a:gd name="connsiteY2" fmla="*/ 756710 h 1513420"/>
                  <a:gd name="connsiteX3" fmla="*/ 14043 w 648309"/>
                  <a:gd name="connsiteY3" fmla="*/ 1513405 h 1513420"/>
                  <a:gd name="connsiteX4" fmla="*/ 193751 w 648309"/>
                  <a:gd name="connsiteY4" fmla="*/ 772566 h 1513420"/>
                  <a:gd name="connsiteX0" fmla="*/ 195460 w 650018"/>
                  <a:gd name="connsiteY0" fmla="*/ 740855 h 1481704"/>
                  <a:gd name="connsiteX1" fmla="*/ 227174 w 650018"/>
                  <a:gd name="connsiteY1" fmla="*/ 17 h 1481704"/>
                  <a:gd name="connsiteX2" fmla="*/ 650018 w 650018"/>
                  <a:gd name="connsiteY2" fmla="*/ 724999 h 1481704"/>
                  <a:gd name="connsiteX3" fmla="*/ 15752 w 650018"/>
                  <a:gd name="connsiteY3" fmla="*/ 1481694 h 1481704"/>
                  <a:gd name="connsiteX4" fmla="*/ 195460 w 650018"/>
                  <a:gd name="connsiteY4" fmla="*/ 740855 h 1481704"/>
                  <a:gd name="connsiteX0" fmla="*/ 13344 w 467902"/>
                  <a:gd name="connsiteY0" fmla="*/ 740855 h 1465847"/>
                  <a:gd name="connsiteX1" fmla="*/ 45058 w 467902"/>
                  <a:gd name="connsiteY1" fmla="*/ 17 h 1465847"/>
                  <a:gd name="connsiteX2" fmla="*/ 467902 w 467902"/>
                  <a:gd name="connsiteY2" fmla="*/ 724999 h 1465847"/>
                  <a:gd name="connsiteX3" fmla="*/ 55629 w 467902"/>
                  <a:gd name="connsiteY3" fmla="*/ 1465837 h 1465847"/>
                  <a:gd name="connsiteX4" fmla="*/ 13344 w 467902"/>
                  <a:gd name="connsiteY4" fmla="*/ 740855 h 1465847"/>
                  <a:gd name="connsiteX0" fmla="*/ 13344 w 467902"/>
                  <a:gd name="connsiteY0" fmla="*/ 750379 h 1475371"/>
                  <a:gd name="connsiteX1" fmla="*/ 45058 w 467902"/>
                  <a:gd name="connsiteY1" fmla="*/ 16 h 1475371"/>
                  <a:gd name="connsiteX2" fmla="*/ 467902 w 467902"/>
                  <a:gd name="connsiteY2" fmla="*/ 734523 h 1475371"/>
                  <a:gd name="connsiteX3" fmla="*/ 55629 w 467902"/>
                  <a:gd name="connsiteY3" fmla="*/ 1475361 h 1475371"/>
                  <a:gd name="connsiteX4" fmla="*/ 13344 w 467902"/>
                  <a:gd name="connsiteY4" fmla="*/ 750379 h 1475371"/>
                  <a:gd name="connsiteX0" fmla="*/ 15703 w 470261"/>
                  <a:gd name="connsiteY0" fmla="*/ 750379 h 1475371"/>
                  <a:gd name="connsiteX1" fmla="*/ 47417 w 470261"/>
                  <a:gd name="connsiteY1" fmla="*/ 16 h 1475371"/>
                  <a:gd name="connsiteX2" fmla="*/ 470261 w 470261"/>
                  <a:gd name="connsiteY2" fmla="*/ 734523 h 1475371"/>
                  <a:gd name="connsiteX3" fmla="*/ 57988 w 470261"/>
                  <a:gd name="connsiteY3" fmla="*/ 1475361 h 1475371"/>
                  <a:gd name="connsiteX4" fmla="*/ 15703 w 470261"/>
                  <a:gd name="connsiteY4" fmla="*/ 750379 h 1475371"/>
                  <a:gd name="connsiteX0" fmla="*/ 15046 w 469604"/>
                  <a:gd name="connsiteY0" fmla="*/ 750379 h 1489658"/>
                  <a:gd name="connsiteX1" fmla="*/ 46760 w 469604"/>
                  <a:gd name="connsiteY1" fmla="*/ 16 h 1489658"/>
                  <a:gd name="connsiteX2" fmla="*/ 469604 w 469604"/>
                  <a:gd name="connsiteY2" fmla="*/ 734523 h 1489658"/>
                  <a:gd name="connsiteX3" fmla="*/ 45575 w 469604"/>
                  <a:gd name="connsiteY3" fmla="*/ 1489648 h 1489658"/>
                  <a:gd name="connsiteX4" fmla="*/ 15046 w 469604"/>
                  <a:gd name="connsiteY4" fmla="*/ 750379 h 1489658"/>
                  <a:gd name="connsiteX0" fmla="*/ 18297 w 472855"/>
                  <a:gd name="connsiteY0" fmla="*/ 750379 h 1489658"/>
                  <a:gd name="connsiteX1" fmla="*/ 50011 w 472855"/>
                  <a:gd name="connsiteY1" fmla="*/ 16 h 1489658"/>
                  <a:gd name="connsiteX2" fmla="*/ 472855 w 472855"/>
                  <a:gd name="connsiteY2" fmla="*/ 734523 h 1489658"/>
                  <a:gd name="connsiteX3" fmla="*/ 48826 w 472855"/>
                  <a:gd name="connsiteY3" fmla="*/ 1489648 h 1489658"/>
                  <a:gd name="connsiteX4" fmla="*/ 18297 w 472855"/>
                  <a:gd name="connsiteY4" fmla="*/ 750379 h 1489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2855" h="1489658">
                    <a:moveTo>
                      <a:pt x="18297" y="750379"/>
                    </a:moveTo>
                    <a:cubicBezTo>
                      <a:pt x="18495" y="502107"/>
                      <a:pt x="-31627" y="2659"/>
                      <a:pt x="50011" y="16"/>
                    </a:cubicBezTo>
                    <a:cubicBezTo>
                      <a:pt x="131649" y="-2627"/>
                      <a:pt x="472855" y="316612"/>
                      <a:pt x="472855" y="734523"/>
                    </a:cubicBezTo>
                    <a:cubicBezTo>
                      <a:pt x="472855" y="1152434"/>
                      <a:pt x="136343" y="1487005"/>
                      <a:pt x="48826" y="1489648"/>
                    </a:cubicBezTo>
                    <a:cubicBezTo>
                      <a:pt x="-38691" y="1492291"/>
                      <a:pt x="18100" y="998651"/>
                      <a:pt x="18297" y="750379"/>
                    </a:cubicBezTo>
                    <a:close/>
                  </a:path>
                </a:pathLst>
              </a:cu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G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901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B0FF-86B1-732F-F9A2-EBC293116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9297" y="3029885"/>
            <a:ext cx="5404757" cy="798231"/>
          </a:xfrm>
        </p:spPr>
        <p:txBody>
          <a:bodyPr>
            <a:normAutofit/>
          </a:bodyPr>
          <a:lstStyle/>
          <a:p>
            <a:r>
              <a:rPr lang="en-EG" dirty="0"/>
              <a:t>Colors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2D8EEB-6FA4-425B-F09F-3D93DE5F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4F4C-5816-A44D-909B-A63A7CF5C1BC}" type="slidenum">
              <a:rPr lang="en-EG" smtClean="0"/>
              <a:pPr/>
              <a:t>1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73392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9E2550-924E-0159-16B6-6B4DDA39D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4F4C-5816-A44D-909B-A63A7CF5C1BC}" type="slidenum">
              <a:rPr lang="en-EG" smtClean="0"/>
              <a:pPr/>
              <a:t>2</a:t>
            </a:fld>
            <a:endParaRPr lang="en-E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15399E-A5AE-4E28-057A-44652745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US" sz="2000" dirty="0"/>
              <a:t>Primary Color</a:t>
            </a:r>
            <a:endParaRPr lang="en-E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B0F4B-E0C9-1F0C-4A15-0FD5D6BC0A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0"/>
          <a:lstStyle/>
          <a:p>
            <a:pPr marL="0" indent="0">
              <a:buNone/>
            </a:pPr>
            <a:r>
              <a:rPr lang="en-EG" dirty="0"/>
              <a:t>3 primary colors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B1BA9F1-A77D-F09D-9878-1416F5EDCFE2}"/>
              </a:ext>
            </a:extLst>
          </p:cNvPr>
          <p:cNvGrpSpPr/>
          <p:nvPr/>
        </p:nvGrpSpPr>
        <p:grpSpPr>
          <a:xfrm>
            <a:off x="499170" y="2181351"/>
            <a:ext cx="5172035" cy="1044000"/>
            <a:chOff x="499170" y="2659357"/>
            <a:chExt cx="5172035" cy="1044000"/>
          </a:xfrm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F8BEA2F-6C1E-DC29-5288-B74CCA7463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170" y="2659357"/>
              <a:ext cx="1044000" cy="1044000"/>
            </a:xfrm>
            <a:prstGeom prst="ellipse">
              <a:avLst/>
            </a:prstGeom>
            <a:solidFill>
              <a:srgbClr val="003C71"/>
            </a:solidFill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chivo" panose="020B0503020202020B04" pitchFamily="34" charset="7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3B48FF6-86A5-24A5-46F4-9EA271E46006}"/>
                </a:ext>
              </a:extLst>
            </p:cNvPr>
            <p:cNvSpPr txBox="1"/>
            <p:nvPr/>
          </p:nvSpPr>
          <p:spPr>
            <a:xfrm>
              <a:off x="1757954" y="2935136"/>
              <a:ext cx="3913251" cy="49244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>
                <a:defRPr sz="1400" b="1"/>
              </a:pPr>
              <a:r>
                <a:rPr dirty="0">
                  <a:latin typeface="Archivo" panose="020B0503020202020B04" pitchFamily="34" charset="77"/>
                </a:rPr>
                <a:t>Deep Navy Blue (#003C71)</a:t>
              </a:r>
            </a:p>
            <a:p>
              <a:pPr>
                <a:defRPr sz="1200"/>
              </a:pPr>
              <a:r>
                <a:rPr dirty="0">
                  <a:latin typeface="Archivo" panose="020B0503020202020B04" pitchFamily="34" charset="77"/>
                </a:rPr>
                <a:t>Main brand color used for titles, logos, and key visuals.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FC83D2F-6F16-ACC2-E239-98207E819246}"/>
              </a:ext>
            </a:extLst>
          </p:cNvPr>
          <p:cNvGrpSpPr/>
          <p:nvPr/>
        </p:nvGrpSpPr>
        <p:grpSpPr>
          <a:xfrm>
            <a:off x="499170" y="3715754"/>
            <a:ext cx="4216645" cy="1044000"/>
            <a:chOff x="499170" y="2659357"/>
            <a:chExt cx="4216645" cy="1044000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D6D85F03-0A58-691C-96D5-CC4E76BC99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170" y="2659357"/>
              <a:ext cx="1044000" cy="1044000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chivo" panose="020B0503020202020B04" pitchFamily="34" charset="7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3D1FC63-4587-BB17-DB7D-BF9AE5CB4858}"/>
                </a:ext>
              </a:extLst>
            </p:cNvPr>
            <p:cNvSpPr txBox="1"/>
            <p:nvPr/>
          </p:nvSpPr>
          <p:spPr>
            <a:xfrm>
              <a:off x="1757954" y="2935136"/>
              <a:ext cx="2957861" cy="49244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>
                <a:defRPr sz="1400" b="1"/>
              </a:pPr>
              <a:r>
                <a:rPr lang="en-US" dirty="0">
                  <a:latin typeface="Archivo" panose="020B0503020202020B04" pitchFamily="34" charset="77"/>
                </a:rPr>
                <a:t>Electric Yellow (FFD000)</a:t>
              </a:r>
            </a:p>
            <a:p>
              <a:pPr>
                <a:defRPr sz="1200"/>
              </a:pPr>
              <a:r>
                <a:rPr lang="en-US" dirty="0">
                  <a:latin typeface="Archivo" panose="020B0503020202020B04" pitchFamily="34" charset="77"/>
                </a:rPr>
                <a:t>Highlights, KPIs, data emphasis, callouts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7A121D0-B823-9A86-AEC5-D20833317A79}"/>
              </a:ext>
            </a:extLst>
          </p:cNvPr>
          <p:cNvGrpSpPr/>
          <p:nvPr/>
        </p:nvGrpSpPr>
        <p:grpSpPr>
          <a:xfrm>
            <a:off x="507163" y="5250157"/>
            <a:ext cx="4617396" cy="1044000"/>
            <a:chOff x="499170" y="2659357"/>
            <a:chExt cx="4617396" cy="1044000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02483121-BE4C-5A05-1FE9-6D9272D2BF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170" y="2659357"/>
              <a:ext cx="1044000" cy="1044000"/>
            </a:xfrm>
            <a:prstGeom prst="ellipse">
              <a:avLst/>
            </a:prstGeom>
            <a:solidFill>
              <a:schemeClr val="accent3"/>
            </a:solidFill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chivo" panose="020B0503020202020B04" pitchFamily="34" charset="7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46DEFD9-4208-773B-B97B-F7E2309DA842}"/>
                </a:ext>
              </a:extLst>
            </p:cNvPr>
            <p:cNvSpPr txBox="1"/>
            <p:nvPr/>
          </p:nvSpPr>
          <p:spPr>
            <a:xfrm>
              <a:off x="1757954" y="2935136"/>
              <a:ext cx="3358612" cy="49244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>
                <a:defRPr sz="1400" b="1"/>
              </a:pPr>
              <a:r>
                <a:rPr lang="en-US" dirty="0">
                  <a:latin typeface="Archivo" panose="020B0503020202020B04" pitchFamily="34" charset="77"/>
                </a:rPr>
                <a:t>Tactical Teal (2E7D6D)</a:t>
              </a:r>
            </a:p>
            <a:p>
              <a:pPr>
                <a:defRPr sz="1200"/>
              </a:pPr>
              <a:r>
                <a:rPr lang="en-US" dirty="0">
                  <a:latin typeface="Archivo" panose="020B0503020202020B04" pitchFamily="34" charset="77"/>
                </a:rPr>
                <a:t>Charts, secondary highlights, contrast sections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84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C7363-3476-3481-8788-0231BA83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65B675-A357-26E1-B06D-A78060261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4F4C-5816-A44D-909B-A63A7CF5C1BC}" type="slidenum">
              <a:rPr lang="en-EG" smtClean="0"/>
              <a:pPr/>
              <a:t>3</a:t>
            </a:fld>
            <a:endParaRPr lang="en-E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E6ECA6-7328-9A1E-D368-3AAD4B3B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US" sz="2000" dirty="0"/>
              <a:t>Neutral Colors</a:t>
            </a:r>
            <a:endParaRPr lang="en-E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2CC9C-A1CC-5EC4-EF65-EB10F34600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0"/>
          <a:lstStyle/>
          <a:p>
            <a:pPr marL="0" indent="0">
              <a:buNone/>
            </a:pPr>
            <a:r>
              <a:rPr lang="en-EG" dirty="0"/>
              <a:t>3 neutral colors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C15615-A70A-07F8-5499-52CCB4C2009B}"/>
              </a:ext>
            </a:extLst>
          </p:cNvPr>
          <p:cNvGrpSpPr/>
          <p:nvPr/>
        </p:nvGrpSpPr>
        <p:grpSpPr>
          <a:xfrm>
            <a:off x="499170" y="2181351"/>
            <a:ext cx="5438133" cy="1044000"/>
            <a:chOff x="499170" y="2659357"/>
            <a:chExt cx="5438133" cy="1044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B8E39BB-F78B-0BFE-1EF5-B36BA24574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170" y="2659357"/>
              <a:ext cx="1044000" cy="10440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chivo" panose="020B0503020202020B04" pitchFamily="34" charset="7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E98AE7-F7C7-708C-2757-6239069D4279}"/>
                </a:ext>
              </a:extLst>
            </p:cNvPr>
            <p:cNvSpPr txBox="1"/>
            <p:nvPr/>
          </p:nvSpPr>
          <p:spPr>
            <a:xfrm>
              <a:off x="1757954" y="2935136"/>
              <a:ext cx="4179349" cy="49244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>
                <a:defRPr sz="1400" b="1"/>
              </a:pPr>
              <a:r>
                <a:rPr lang="en-US" dirty="0">
                  <a:latin typeface="Archivo" panose="020B0503020202020B04" pitchFamily="34" charset="77"/>
                </a:rPr>
                <a:t>Slate Gray (#1F2E3D)</a:t>
              </a:r>
            </a:p>
            <a:p>
              <a:pPr>
                <a:defRPr sz="1200"/>
              </a:pPr>
              <a:r>
                <a:rPr lang="en-US" dirty="0">
                  <a:latin typeface="Archivo" panose="020B0503020202020B04" pitchFamily="34" charset="77"/>
                </a:rPr>
                <a:t>Used for body text, outlines, and subtle interface elements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80F7B14-980E-74FA-D74F-5B49C4253CFA}"/>
              </a:ext>
            </a:extLst>
          </p:cNvPr>
          <p:cNvGrpSpPr/>
          <p:nvPr/>
        </p:nvGrpSpPr>
        <p:grpSpPr>
          <a:xfrm>
            <a:off x="499170" y="3715754"/>
            <a:ext cx="5066237" cy="1044000"/>
            <a:chOff x="499170" y="2659357"/>
            <a:chExt cx="5066237" cy="1044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1C9EDA2-F810-A6EC-5D4B-DD57A9F110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170" y="2659357"/>
              <a:ext cx="1044000" cy="1044000"/>
            </a:xfrm>
            <a:prstGeom prst="ellipse">
              <a:avLst/>
            </a:prstGeom>
            <a:solidFill>
              <a:schemeClr val="accent6"/>
            </a:solidFill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chivo" panose="020B0503020202020B04" pitchFamily="34" charset="7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A85B969-D707-3144-B01F-5A890F3A7660}"/>
                </a:ext>
              </a:extLst>
            </p:cNvPr>
            <p:cNvSpPr txBox="1"/>
            <p:nvPr/>
          </p:nvSpPr>
          <p:spPr>
            <a:xfrm>
              <a:off x="1757954" y="2935136"/>
              <a:ext cx="3807453" cy="49244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>
                <a:defRPr sz="1400" b="1"/>
              </a:pPr>
              <a:r>
                <a:rPr lang="en-US" dirty="0">
                  <a:latin typeface="Archivo" panose="020B0503020202020B04" pitchFamily="34" charset="77"/>
                </a:rPr>
                <a:t>Light Gray (#ECECEC)</a:t>
              </a:r>
            </a:p>
            <a:p>
              <a:pPr>
                <a:defRPr sz="1200"/>
              </a:pPr>
              <a:r>
                <a:rPr lang="en-US" dirty="0">
                  <a:latin typeface="Archivo" panose="020B0503020202020B04" pitchFamily="34" charset="77"/>
                </a:rPr>
                <a:t>Used for slide backgrounds and separation elements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FB69D1-5642-3492-7353-134B5A23648C}"/>
              </a:ext>
            </a:extLst>
          </p:cNvPr>
          <p:cNvGrpSpPr/>
          <p:nvPr/>
        </p:nvGrpSpPr>
        <p:grpSpPr>
          <a:xfrm>
            <a:off x="507163" y="5250157"/>
            <a:ext cx="4878686" cy="1044000"/>
            <a:chOff x="499170" y="2659357"/>
            <a:chExt cx="4878686" cy="1044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5DC83C4-83DC-8087-714A-9FDCCE3FA3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170" y="2659357"/>
              <a:ext cx="1044000" cy="1044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chivo" panose="020B0503020202020B04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ED15B6-E775-A25A-F0E1-43B26996E519}"/>
                </a:ext>
              </a:extLst>
            </p:cNvPr>
            <p:cNvSpPr txBox="1"/>
            <p:nvPr/>
          </p:nvSpPr>
          <p:spPr>
            <a:xfrm>
              <a:off x="1757954" y="2935136"/>
              <a:ext cx="3619902" cy="49244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>
                <a:defRPr sz="1400" b="1"/>
              </a:pPr>
              <a:r>
                <a:rPr lang="en-US" dirty="0">
                  <a:latin typeface="Archivo" panose="020B0503020202020B04" pitchFamily="34" charset="77"/>
                </a:rPr>
                <a:t>White (#FFFFFF)</a:t>
              </a:r>
            </a:p>
            <a:p>
              <a:pPr>
                <a:defRPr sz="1200"/>
              </a:pPr>
              <a:r>
                <a:rPr lang="en-US" dirty="0">
                  <a:latin typeface="Archivo" panose="020B0503020202020B04" pitchFamily="34" charset="77"/>
                </a:rPr>
                <a:t>Used for main slide backgrounds and clean 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890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F4A6A-0A95-E55D-15BC-BF34A09A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789DC3-AD80-1898-25F3-74D68ED5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4F4C-5816-A44D-909B-A63A7CF5C1BC}" type="slidenum">
              <a:rPr lang="en-EG" smtClean="0"/>
              <a:pPr/>
              <a:t>4</a:t>
            </a:fld>
            <a:endParaRPr lang="en-E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235522-2FB1-367D-D1BD-81D6EC1A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US" sz="2000" dirty="0"/>
              <a:t>Accent Colors</a:t>
            </a:r>
            <a:endParaRPr lang="en-E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AD281-803B-DB68-CEBF-D52B5C5192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0"/>
          <a:lstStyle/>
          <a:p>
            <a:pPr marL="0" indent="0">
              <a:buNone/>
            </a:pPr>
            <a:r>
              <a:rPr lang="en-EG" dirty="0"/>
              <a:t>1 accent color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6EA300C-5E30-8234-2C8E-FBC3829873EE}"/>
              </a:ext>
            </a:extLst>
          </p:cNvPr>
          <p:cNvGrpSpPr/>
          <p:nvPr/>
        </p:nvGrpSpPr>
        <p:grpSpPr>
          <a:xfrm>
            <a:off x="499170" y="2181351"/>
            <a:ext cx="4574885" cy="1044000"/>
            <a:chOff x="499170" y="2659357"/>
            <a:chExt cx="4574885" cy="1044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68D310C-659D-ACD1-DB31-A7649B691D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170" y="2659357"/>
              <a:ext cx="1044000" cy="1044000"/>
            </a:xfrm>
            <a:prstGeom prst="ellipse">
              <a:avLst/>
            </a:prstGeom>
            <a:solidFill>
              <a:srgbClr val="0B6623"/>
            </a:solidFill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0128CB-921E-E8A6-842E-03C042BDCAA6}"/>
                </a:ext>
              </a:extLst>
            </p:cNvPr>
            <p:cNvSpPr txBox="1"/>
            <p:nvPr/>
          </p:nvSpPr>
          <p:spPr>
            <a:xfrm>
              <a:off x="1757954" y="2935136"/>
              <a:ext cx="3316101" cy="49244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>
                <a:defRPr sz="1400" b="1"/>
              </a:pPr>
              <a:r>
                <a:rPr lang="en-US" dirty="0"/>
                <a:t>Football Green (#0B6623)</a:t>
              </a:r>
            </a:p>
            <a:p>
              <a:pPr>
                <a:defRPr sz="1200"/>
              </a:pPr>
              <a:r>
                <a:rPr lang="en-US" dirty="0"/>
                <a:t>Reserved for pitch visuals or subtle sports cues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0564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281B7-5AA8-47B8-2CD7-7AFCCEB24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0B4D-F080-A3FF-1A4A-2A4F5EBC0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9297" y="2663017"/>
            <a:ext cx="5404757" cy="1531966"/>
          </a:xfrm>
        </p:spPr>
        <p:txBody>
          <a:bodyPr>
            <a:normAutofit/>
          </a:bodyPr>
          <a:lstStyle/>
          <a:p>
            <a:r>
              <a:rPr lang="en-EG" dirty="0"/>
              <a:t>Fonts and Typography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D9B0F5-7D45-19CA-6CD6-9428732F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4F4C-5816-A44D-909B-A63A7CF5C1BC}" type="slidenum">
              <a:rPr lang="en-EG" smtClean="0"/>
              <a:pPr/>
              <a:t>5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891889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28EFF6-44C5-8182-6F07-37B6BDB0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4F4C-5816-A44D-909B-A63A7CF5C1BC}" type="slidenum">
              <a:rPr lang="en-EG" smtClean="0"/>
              <a:pPr/>
              <a:t>6</a:t>
            </a:fld>
            <a:endParaRPr lang="en-E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174931-954C-9AC7-14D9-44E42E6A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Fonts and Typography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E3DB9-BA2D-A8C8-F60A-B8DC32D266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EG" dirty="0"/>
              <a:t>Primary Font: Archivo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F16C5-4AF6-C6AD-CB5F-4F0F24A59E0B}"/>
              </a:ext>
            </a:extLst>
          </p:cNvPr>
          <p:cNvSpPr txBox="1"/>
          <p:nvPr/>
        </p:nvSpPr>
        <p:spPr>
          <a:xfrm>
            <a:off x="499170" y="2368434"/>
            <a:ext cx="3492000" cy="416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400"/>
              </a:spcAft>
              <a:defRPr sz="1600" b="1"/>
            </a:pPr>
            <a:r>
              <a:rPr lang="en-US" dirty="0">
                <a:solidFill>
                  <a:schemeClr val="tx2"/>
                </a:solidFill>
                <a:latin typeface="Archivo" panose="020B0503020202020B04" pitchFamily="34" charset="77"/>
              </a:rPr>
              <a:t>HEADINGS</a:t>
            </a:r>
            <a:endParaRPr lang="en-US" dirty="0">
              <a:latin typeface="Archivo" panose="020B0503020202020B04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CFF88-15A7-0FAB-B34A-CCB91DAA5166}"/>
              </a:ext>
            </a:extLst>
          </p:cNvPr>
          <p:cNvSpPr txBox="1"/>
          <p:nvPr/>
        </p:nvSpPr>
        <p:spPr>
          <a:xfrm>
            <a:off x="4361664" y="2368434"/>
            <a:ext cx="3492000" cy="416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400"/>
              </a:spcAft>
              <a:defRPr sz="1600" b="1"/>
            </a:pPr>
            <a:r>
              <a:rPr lang="en-US" dirty="0">
                <a:solidFill>
                  <a:schemeClr val="tx2"/>
                </a:solidFill>
                <a:latin typeface="Archivo" panose="020B0503020202020B04" pitchFamily="34" charset="77"/>
              </a:rPr>
              <a:t>BODY TEXT</a:t>
            </a:r>
            <a:endParaRPr lang="en-US" dirty="0">
              <a:latin typeface="Archivo" panose="020B0503020202020B04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4671C-E5FB-B6D7-0B20-D44539A9D341}"/>
              </a:ext>
            </a:extLst>
          </p:cNvPr>
          <p:cNvSpPr txBox="1"/>
          <p:nvPr/>
        </p:nvSpPr>
        <p:spPr>
          <a:xfrm>
            <a:off x="8224158" y="2368434"/>
            <a:ext cx="3492000" cy="416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400"/>
              </a:spcAft>
              <a:defRPr sz="1600" b="1"/>
            </a:pPr>
            <a:r>
              <a:rPr lang="en-US" dirty="0">
                <a:solidFill>
                  <a:schemeClr val="tx2"/>
                </a:solidFill>
                <a:latin typeface="Archivo" panose="020B0503020202020B04" pitchFamily="34" charset="77"/>
              </a:rPr>
              <a:t>HIGHLIGHT TEXT</a:t>
            </a:r>
            <a:endParaRPr lang="en-US" dirty="0">
              <a:latin typeface="Archivo" panose="020B0503020202020B04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5D8E9-367F-3C4B-D952-7442EB48B0E0}"/>
              </a:ext>
            </a:extLst>
          </p:cNvPr>
          <p:cNvSpPr txBox="1"/>
          <p:nvPr/>
        </p:nvSpPr>
        <p:spPr>
          <a:xfrm>
            <a:off x="475839" y="3059361"/>
            <a:ext cx="3492000" cy="16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Bef>
                <a:spcPts val="1200"/>
              </a:spcBef>
              <a:buSzPct val="150000"/>
              <a:buBlip>
                <a:blip r:embed="rId2"/>
              </a:buBlip>
              <a:defRPr sz="1400"/>
            </a:pPr>
            <a:r>
              <a:rPr lang="en-US" dirty="0">
                <a:latin typeface="Archivo" panose="020B0503020202020B04" pitchFamily="34" charset="77"/>
              </a:rPr>
              <a:t>Use </a:t>
            </a:r>
            <a:r>
              <a:rPr lang="en-US" dirty="0" err="1">
                <a:latin typeface="Archivo" panose="020B0503020202020B04" pitchFamily="34" charset="77"/>
              </a:rPr>
              <a:t>Archivo</a:t>
            </a:r>
            <a:r>
              <a:rPr lang="en-US" dirty="0">
                <a:latin typeface="Archivo" panose="020B0503020202020B04" pitchFamily="34" charset="77"/>
              </a:rPr>
              <a:t> Bold or Semibold </a:t>
            </a:r>
          </a:p>
          <a:p>
            <a:pPr marL="285750" indent="-285750">
              <a:spcBef>
                <a:spcPts val="1200"/>
              </a:spcBef>
              <a:buSzPct val="150000"/>
              <a:buBlip>
                <a:blip r:embed="rId2"/>
              </a:buBlip>
              <a:defRPr sz="1400"/>
            </a:pPr>
            <a:r>
              <a:rPr lang="en-US" dirty="0">
                <a:latin typeface="Archivo" panose="020B0503020202020B04" pitchFamily="34" charset="77"/>
              </a:rPr>
              <a:t>Deep Navy Blue (#003C71)</a:t>
            </a:r>
          </a:p>
          <a:p>
            <a:pPr marL="285750" indent="-285750">
              <a:spcBef>
                <a:spcPts val="1200"/>
              </a:spcBef>
              <a:buSzPct val="150000"/>
              <a:buBlip>
                <a:blip r:embed="rId2"/>
              </a:buBlip>
              <a:defRPr sz="1400"/>
            </a:pPr>
            <a:r>
              <a:rPr lang="en-US" dirty="0">
                <a:latin typeface="Archivo" panose="020B0503020202020B04" pitchFamily="34" charset="77"/>
              </a:rPr>
              <a:t>Size: 28–36pt</a:t>
            </a:r>
          </a:p>
          <a:p>
            <a:pPr marL="285750" indent="-285750">
              <a:spcBef>
                <a:spcPts val="1200"/>
              </a:spcBef>
              <a:buSzPct val="150000"/>
              <a:buBlip>
                <a:blip r:embed="rId2"/>
              </a:buBlip>
              <a:defRPr sz="1400"/>
            </a:pPr>
            <a:r>
              <a:rPr lang="en-US" dirty="0">
                <a:latin typeface="Archivo" panose="020B0503020202020B04" pitchFamily="34" charset="77"/>
              </a:rPr>
              <a:t>All caps preferred for section headers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7C1FA4-A741-5E3E-4572-A18FB864FB4C}"/>
              </a:ext>
            </a:extLst>
          </p:cNvPr>
          <p:cNvSpPr txBox="1"/>
          <p:nvPr/>
        </p:nvSpPr>
        <p:spPr>
          <a:xfrm>
            <a:off x="4338333" y="3059361"/>
            <a:ext cx="3492000" cy="16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EG"/>
            </a:defPPr>
            <a:lvl1pPr marL="285750" indent="-285750">
              <a:lnSpc>
                <a:spcPct val="150000"/>
              </a:lnSpc>
              <a:spcBef>
                <a:spcPts val="1200"/>
              </a:spcBef>
              <a:spcAft>
                <a:spcPts val="1400"/>
              </a:spcAft>
              <a:buSzPct val="150000"/>
              <a:buBlip>
                <a:blip r:embed="rId2"/>
              </a:buBlip>
              <a:defRPr sz="1400">
                <a:latin typeface="Archivo" panose="020B0503020202020B04" pitchFamily="34" charset="77"/>
              </a:defRPr>
            </a:lvl1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Use </a:t>
            </a:r>
            <a:r>
              <a:rPr lang="en-US" dirty="0" err="1"/>
              <a:t>Archivo</a:t>
            </a:r>
            <a:r>
              <a:rPr lang="en-US" dirty="0"/>
              <a:t> Regular or Medium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Slate Gray (#1F2E3D)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Size: 16–18pt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Maintain consistent line spacing for readability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2B630E-8C4C-1385-4667-01692E25CD80}"/>
              </a:ext>
            </a:extLst>
          </p:cNvPr>
          <p:cNvSpPr txBox="1"/>
          <p:nvPr/>
        </p:nvSpPr>
        <p:spPr>
          <a:xfrm>
            <a:off x="8200827" y="3059361"/>
            <a:ext cx="3492000" cy="16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EG"/>
            </a:defPPr>
            <a:lvl1pPr marL="285750" indent="-285750">
              <a:lnSpc>
                <a:spcPct val="150000"/>
              </a:lnSpc>
              <a:spcBef>
                <a:spcPts val="1200"/>
              </a:spcBef>
              <a:spcAft>
                <a:spcPts val="1400"/>
              </a:spcAft>
              <a:buSzPct val="150000"/>
              <a:buBlip>
                <a:blip r:embed="rId2"/>
              </a:buBlip>
              <a:defRPr sz="1400">
                <a:latin typeface="Archivo" panose="020B0503020202020B04" pitchFamily="34" charset="77"/>
              </a:defRPr>
            </a:lvl1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Use </a:t>
            </a:r>
            <a:r>
              <a:rPr lang="en-US" dirty="0" err="1"/>
              <a:t>Archivo</a:t>
            </a:r>
            <a:r>
              <a:rPr lang="en-US" dirty="0"/>
              <a:t> Bold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Electric Yellow (#FFD000) for KPIs or key phrases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Use sparingly to maintain impact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FC201F-6E5B-DECC-64B4-D0F6B00A4DFC}"/>
              </a:ext>
            </a:extLst>
          </p:cNvPr>
          <p:cNvCxnSpPr/>
          <p:nvPr/>
        </p:nvCxnSpPr>
        <p:spPr>
          <a:xfrm>
            <a:off x="4153086" y="2335622"/>
            <a:ext cx="0" cy="252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9242E8-56BE-9F5B-9006-083315918C09}"/>
              </a:ext>
            </a:extLst>
          </p:cNvPr>
          <p:cNvCxnSpPr/>
          <p:nvPr/>
        </p:nvCxnSpPr>
        <p:spPr>
          <a:xfrm>
            <a:off x="8015580" y="2335622"/>
            <a:ext cx="0" cy="252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330B66E-3671-914C-F853-5CCC071F1564}"/>
              </a:ext>
            </a:extLst>
          </p:cNvPr>
          <p:cNvGrpSpPr/>
          <p:nvPr/>
        </p:nvGrpSpPr>
        <p:grpSpPr>
          <a:xfrm>
            <a:off x="2350022" y="5404009"/>
            <a:ext cx="7496893" cy="702756"/>
            <a:chOff x="1892037" y="5404009"/>
            <a:chExt cx="7496893" cy="70275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5D9A36-3455-3C2B-3DA5-59D62CD52A0E}"/>
                </a:ext>
              </a:extLst>
            </p:cNvPr>
            <p:cNvSpPr txBox="1"/>
            <p:nvPr/>
          </p:nvSpPr>
          <p:spPr>
            <a:xfrm>
              <a:off x="2184520" y="5404009"/>
              <a:ext cx="7204410" cy="70275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lIns="503999" anchor="ctr">
              <a:spAutoFit/>
            </a:bodyPr>
            <a:lstStyle/>
            <a:p>
              <a:pPr>
                <a:spcAft>
                  <a:spcPts val="1400"/>
                </a:spcAft>
                <a:defRPr sz="1400"/>
              </a:pPr>
              <a:r>
                <a:rPr lang="en-US" i="1" dirty="0">
                  <a:latin typeface="Archivo" panose="020B0503020202020B04" pitchFamily="34" charset="77"/>
                </a:rPr>
                <a:t>Do not mix fonts</a:t>
              </a:r>
            </a:p>
            <a:p>
              <a:pPr>
                <a:spcAft>
                  <a:spcPts val="1400"/>
                </a:spcAft>
                <a:defRPr sz="1400"/>
              </a:pPr>
              <a:r>
                <a:rPr lang="en-US" i="1" dirty="0">
                  <a:latin typeface="Archivo" panose="020B0503020202020B04" pitchFamily="34" charset="77"/>
                </a:rPr>
                <a:t>Avoid decorative fonts, italics, or underlining in body text, use bold and color instead</a:t>
              </a:r>
            </a:p>
          </p:txBody>
        </p:sp>
        <p:pic>
          <p:nvPicPr>
            <p:cNvPr id="18" name="Graphic 17" descr="Warning with solid fill">
              <a:extLst>
                <a:ext uri="{FF2B5EF4-FFF2-40B4-BE49-F238E27FC236}">
                  <a16:creationId xmlns:a16="http://schemas.microsoft.com/office/drawing/2014/main" id="{A58A4B9A-66E0-5B2A-F0AF-60614D319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92037" y="5457968"/>
              <a:ext cx="594839" cy="5948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8744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9185-C909-476D-9E55-4FE5BA1B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70A8-12BD-40C0-E8D6-91086A6F1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9297" y="2660580"/>
            <a:ext cx="5404757" cy="1536841"/>
          </a:xfrm>
        </p:spPr>
        <p:txBody>
          <a:bodyPr anchor="ctr">
            <a:normAutofit/>
          </a:bodyPr>
          <a:lstStyle/>
          <a:p>
            <a:r>
              <a:rPr lang="en-EG" dirty="0"/>
              <a:t>Logo Usage </a:t>
            </a:r>
            <a:br>
              <a:rPr lang="en-EG" dirty="0"/>
            </a:br>
            <a:r>
              <a:rPr lang="en-EG" dirty="0"/>
              <a:t>and Positioning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DC08FE-55EF-75C9-26B5-D02FBC92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4F4C-5816-A44D-909B-A63A7CF5C1BC}" type="slidenum">
              <a:rPr lang="en-EG" smtClean="0"/>
              <a:pPr/>
              <a:t>7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49263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031A8-C3B0-97AF-44A5-8C4FAEA3D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D2D2908-AB13-C785-68A9-F96A5E628935}"/>
              </a:ext>
            </a:extLst>
          </p:cNvPr>
          <p:cNvSpPr/>
          <p:nvPr/>
        </p:nvSpPr>
        <p:spPr>
          <a:xfrm>
            <a:off x="1232912" y="2752306"/>
            <a:ext cx="4058646" cy="124319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4988A-AB33-CFFE-ACA1-9754F8884762}"/>
              </a:ext>
            </a:extLst>
          </p:cNvPr>
          <p:cNvSpPr/>
          <p:nvPr/>
        </p:nvSpPr>
        <p:spPr>
          <a:xfrm>
            <a:off x="6783525" y="2752306"/>
            <a:ext cx="4058646" cy="1243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3B522A-13A9-0FCF-771F-88AC3F54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4F4C-5816-A44D-909B-A63A7CF5C1BC}" type="slidenum">
              <a:rPr lang="en-EG" smtClean="0"/>
              <a:pPr/>
              <a:t>8</a:t>
            </a:fld>
            <a:endParaRPr lang="en-E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3D8173-D41A-B93E-162C-588F9914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Logo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FA2B5-0684-DCC7-4E7B-E8AB68DCCF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EG" dirty="0"/>
              <a:t>Primary and Inverted logo without motto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D6E57-E32A-B2B2-CE44-B55D3AC711DC}"/>
              </a:ext>
            </a:extLst>
          </p:cNvPr>
          <p:cNvSpPr txBox="1"/>
          <p:nvPr/>
        </p:nvSpPr>
        <p:spPr>
          <a:xfrm>
            <a:off x="494574" y="2175678"/>
            <a:ext cx="5623901" cy="416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400"/>
              </a:spcAft>
              <a:defRPr sz="1600" b="1"/>
            </a:pPr>
            <a:r>
              <a:rPr lang="en-US" dirty="0">
                <a:solidFill>
                  <a:schemeClr val="tx2"/>
                </a:solidFill>
                <a:latin typeface="Archivo" panose="020B0503020202020B04" pitchFamily="34" charset="77"/>
              </a:rPr>
              <a:t>PRIMARY LOGO</a:t>
            </a:r>
            <a:endParaRPr lang="en-US" dirty="0">
              <a:latin typeface="Archivo" panose="020B0503020202020B04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66F58-F868-C5E8-D298-A7BA4E47F334}"/>
              </a:ext>
            </a:extLst>
          </p:cNvPr>
          <p:cNvSpPr txBox="1"/>
          <p:nvPr/>
        </p:nvSpPr>
        <p:spPr>
          <a:xfrm>
            <a:off x="6099617" y="2175678"/>
            <a:ext cx="5623901" cy="416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400"/>
              </a:spcAft>
              <a:defRPr sz="1600" b="1"/>
            </a:pPr>
            <a:r>
              <a:rPr lang="en-US" dirty="0">
                <a:solidFill>
                  <a:schemeClr val="tx2"/>
                </a:solidFill>
                <a:latin typeface="Archivo" panose="020B0503020202020B04" pitchFamily="34" charset="77"/>
              </a:rPr>
              <a:t>INVERTED LOGO</a:t>
            </a:r>
            <a:endParaRPr lang="en-US" dirty="0">
              <a:latin typeface="Archivo" panose="020B0503020202020B04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D1AC6-93D6-F133-CAC0-EF077133114F}"/>
              </a:ext>
            </a:extLst>
          </p:cNvPr>
          <p:cNvSpPr txBox="1"/>
          <p:nvPr/>
        </p:nvSpPr>
        <p:spPr>
          <a:xfrm>
            <a:off x="1232912" y="5570061"/>
            <a:ext cx="405864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1400"/>
            </a:pPr>
            <a:r>
              <a:rPr lang="en-US" dirty="0">
                <a:latin typeface="Archivo" panose="020B0503020202020B04" pitchFamily="34" charset="77"/>
              </a:rPr>
              <a:t>Use the Deep Navy Blue (#003C71) version on white or light backgrounds. </a:t>
            </a:r>
            <a:br>
              <a:rPr lang="en-US" dirty="0">
                <a:latin typeface="Archivo" panose="020B0503020202020B04" pitchFamily="34" charset="77"/>
              </a:rPr>
            </a:br>
            <a:r>
              <a:rPr lang="en-US" b="1" i="1" dirty="0">
                <a:latin typeface="Archivo" panose="020B0503020202020B04" pitchFamily="34" charset="77"/>
              </a:rPr>
              <a:t>Preferred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6E35D-F546-E081-8094-4500FE09FFC2}"/>
              </a:ext>
            </a:extLst>
          </p:cNvPr>
          <p:cNvSpPr txBox="1"/>
          <p:nvPr/>
        </p:nvSpPr>
        <p:spPr>
          <a:xfrm>
            <a:off x="6783524" y="5570061"/>
            <a:ext cx="4058647" cy="699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EG"/>
            </a:defPPr>
            <a:lvl1pPr marL="285750" indent="-285750">
              <a:lnSpc>
                <a:spcPct val="150000"/>
              </a:lnSpc>
              <a:spcBef>
                <a:spcPts val="1200"/>
              </a:spcBef>
              <a:spcAft>
                <a:spcPts val="1400"/>
              </a:spcAft>
              <a:buSzPct val="150000"/>
              <a:buBlip>
                <a:blip r:embed="rId2"/>
              </a:buBlip>
              <a:defRPr sz="1400">
                <a:latin typeface="Archivo" panose="020B0503020202020B04" pitchFamily="34" charset="77"/>
              </a:defRPr>
            </a:lvl1pPr>
          </a:lstStyle>
          <a:p>
            <a:pPr marL="0" indent="0">
              <a:buNone/>
              <a:defRPr sz="1400"/>
            </a:pPr>
            <a:r>
              <a:rPr lang="en-US" dirty="0"/>
              <a:t>Use the white logo on dark backgrounds </a:t>
            </a:r>
            <a:br>
              <a:rPr lang="en-US" dirty="0"/>
            </a:br>
            <a:r>
              <a:rPr lang="en-US" dirty="0"/>
              <a:t>(e.g., navy or slate gray) to maintain visibility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1DBDAD-43B8-76DB-3532-367DD1A83191}"/>
              </a:ext>
            </a:extLst>
          </p:cNvPr>
          <p:cNvCxnSpPr/>
          <p:nvPr/>
        </p:nvCxnSpPr>
        <p:spPr>
          <a:xfrm>
            <a:off x="6096000" y="2175678"/>
            <a:ext cx="0" cy="399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09A56BE-BA2E-4EFE-F052-76F64F6644E9}"/>
              </a:ext>
            </a:extLst>
          </p:cNvPr>
          <p:cNvSpPr/>
          <p:nvPr/>
        </p:nvSpPr>
        <p:spPr>
          <a:xfrm>
            <a:off x="6783525" y="4214864"/>
            <a:ext cx="4058646" cy="12431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pic>
        <p:nvPicPr>
          <p:cNvPr id="22" name="Picture 21" descr="A web with blue text&#10;&#10;AI-generated content may be incorrect.">
            <a:extLst>
              <a:ext uri="{FF2B5EF4-FFF2-40B4-BE49-F238E27FC236}">
                <a16:creationId xmlns:a16="http://schemas.microsoft.com/office/drawing/2014/main" id="{2D126BF7-9E77-C7A0-3ED5-2F9231E0B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663" y="2766497"/>
            <a:ext cx="2557144" cy="121481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D3D4941-DF72-98F5-E7D4-A8DBDF10A24D}"/>
              </a:ext>
            </a:extLst>
          </p:cNvPr>
          <p:cNvSpPr/>
          <p:nvPr/>
        </p:nvSpPr>
        <p:spPr>
          <a:xfrm>
            <a:off x="1232912" y="4214864"/>
            <a:ext cx="4058646" cy="124319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pic>
        <p:nvPicPr>
          <p:cNvPr id="25" name="Picture 24" descr="A web with blue text&#10;&#10;AI-generated content may be incorrect.">
            <a:extLst>
              <a:ext uri="{FF2B5EF4-FFF2-40B4-BE49-F238E27FC236}">
                <a16:creationId xmlns:a16="http://schemas.microsoft.com/office/drawing/2014/main" id="{C2978EBE-13AE-9C93-E6D3-C1DD204BF0F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27602" y="4229055"/>
            <a:ext cx="2557144" cy="1214811"/>
          </a:xfrm>
          <a:prstGeom prst="rect">
            <a:avLst/>
          </a:prstGeom>
        </p:spPr>
      </p:pic>
      <p:pic>
        <p:nvPicPr>
          <p:cNvPr id="30" name="Picture 29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BEA24D6E-D477-905A-E250-E56A890769C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372838" y="2419215"/>
            <a:ext cx="2769395" cy="1846263"/>
          </a:xfrm>
          <a:prstGeom prst="rect">
            <a:avLst/>
          </a:prstGeom>
        </p:spPr>
      </p:pic>
      <p:pic>
        <p:nvPicPr>
          <p:cNvPr id="31" name="Picture 30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BF64957F-4FA1-79A6-E72E-539C4FBC887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390995" y="3879238"/>
            <a:ext cx="2769395" cy="184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72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F23B2-63C4-1C7F-4D3C-DBA7BA30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5414DB1-860F-6DF4-2B34-B6EBAE7B4493}"/>
              </a:ext>
            </a:extLst>
          </p:cNvPr>
          <p:cNvSpPr/>
          <p:nvPr/>
        </p:nvSpPr>
        <p:spPr>
          <a:xfrm>
            <a:off x="1232912" y="2752306"/>
            <a:ext cx="4058646" cy="124319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3D8898-2299-83FE-F0D8-1A671A88B2BA}"/>
              </a:ext>
            </a:extLst>
          </p:cNvPr>
          <p:cNvSpPr/>
          <p:nvPr/>
        </p:nvSpPr>
        <p:spPr>
          <a:xfrm>
            <a:off x="6783525" y="2752306"/>
            <a:ext cx="4058646" cy="1243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1FF845-7902-EF22-96D1-5E9D0DE8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4F4C-5816-A44D-909B-A63A7CF5C1BC}" type="slidenum">
              <a:rPr lang="en-EG" smtClean="0"/>
              <a:pPr/>
              <a:t>9</a:t>
            </a:fld>
            <a:endParaRPr lang="en-E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70DDCE-2329-91CF-CCD3-FBF38FEA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Logo with motto for cover pages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4EF27-1DB5-F361-F80B-49CC102D60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EG" dirty="0"/>
              <a:t>Primary and Inverted logo with motto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4AD3C-9817-AB2B-9420-94FFF5036AED}"/>
              </a:ext>
            </a:extLst>
          </p:cNvPr>
          <p:cNvSpPr txBox="1"/>
          <p:nvPr/>
        </p:nvSpPr>
        <p:spPr>
          <a:xfrm>
            <a:off x="494574" y="2175678"/>
            <a:ext cx="5623901" cy="416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400"/>
              </a:spcAft>
              <a:defRPr sz="1600" b="1"/>
            </a:pPr>
            <a:r>
              <a:rPr lang="en-US" dirty="0">
                <a:solidFill>
                  <a:schemeClr val="tx2"/>
                </a:solidFill>
                <a:latin typeface="Archivo" panose="020B0503020202020B04" pitchFamily="34" charset="77"/>
              </a:rPr>
              <a:t>PRIMARY LOGO</a:t>
            </a:r>
            <a:endParaRPr lang="en-US" dirty="0">
              <a:latin typeface="Archivo" panose="020B0503020202020B04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6F448-E7E0-984A-97A2-09E48FAD0645}"/>
              </a:ext>
            </a:extLst>
          </p:cNvPr>
          <p:cNvSpPr txBox="1"/>
          <p:nvPr/>
        </p:nvSpPr>
        <p:spPr>
          <a:xfrm>
            <a:off x="6099617" y="2175678"/>
            <a:ext cx="5623901" cy="416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400"/>
              </a:spcAft>
              <a:defRPr sz="1600" b="1"/>
            </a:pPr>
            <a:r>
              <a:rPr lang="en-US" dirty="0">
                <a:solidFill>
                  <a:schemeClr val="tx2"/>
                </a:solidFill>
                <a:latin typeface="Archivo" panose="020B0503020202020B04" pitchFamily="34" charset="77"/>
              </a:rPr>
              <a:t>INVERTED LOGO</a:t>
            </a:r>
            <a:endParaRPr lang="en-US" dirty="0">
              <a:latin typeface="Archivo" panose="020B0503020202020B04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AAE7DB-BE47-961B-2549-773A48E63DC2}"/>
              </a:ext>
            </a:extLst>
          </p:cNvPr>
          <p:cNvSpPr txBox="1"/>
          <p:nvPr/>
        </p:nvSpPr>
        <p:spPr>
          <a:xfrm>
            <a:off x="1232912" y="5570061"/>
            <a:ext cx="405864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1400"/>
            </a:pPr>
            <a:r>
              <a:rPr lang="en-US" dirty="0">
                <a:latin typeface="Archivo" panose="020B0503020202020B04" pitchFamily="34" charset="77"/>
              </a:rPr>
              <a:t>Use the Deep Navy Blue (#003C71) version on white or light backgrounds. </a:t>
            </a:r>
            <a:endParaRPr lang="en-US" b="1" i="1" dirty="0">
              <a:latin typeface="Archivo" panose="020B0503020202020B04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A2ABA0-B9C4-ABB2-5702-1D85005DD82C}"/>
              </a:ext>
            </a:extLst>
          </p:cNvPr>
          <p:cNvSpPr txBox="1"/>
          <p:nvPr/>
        </p:nvSpPr>
        <p:spPr>
          <a:xfrm>
            <a:off x="6783524" y="5570061"/>
            <a:ext cx="4058647" cy="699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EG"/>
            </a:defPPr>
            <a:lvl1pPr marL="285750" indent="-285750">
              <a:lnSpc>
                <a:spcPct val="150000"/>
              </a:lnSpc>
              <a:spcBef>
                <a:spcPts val="1200"/>
              </a:spcBef>
              <a:spcAft>
                <a:spcPts val="1400"/>
              </a:spcAft>
              <a:buSzPct val="150000"/>
              <a:buBlip>
                <a:blip r:embed="rId2"/>
              </a:buBlip>
              <a:defRPr sz="1400">
                <a:latin typeface="Archivo" panose="020B0503020202020B04" pitchFamily="34" charset="77"/>
              </a:defRPr>
            </a:lvl1pPr>
          </a:lstStyle>
          <a:p>
            <a:pPr marL="0" indent="0">
              <a:buNone/>
              <a:defRPr sz="1400"/>
            </a:pPr>
            <a:r>
              <a:rPr lang="en-US" dirty="0"/>
              <a:t>Use the white logo on dark backgrounds </a:t>
            </a:r>
            <a:br>
              <a:rPr lang="en-US" dirty="0"/>
            </a:br>
            <a:r>
              <a:rPr lang="en-US" dirty="0"/>
              <a:t>(e.g., navy or slate gray) to maintain visibility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000673-7FE1-48FC-6E30-B53470084895}"/>
              </a:ext>
            </a:extLst>
          </p:cNvPr>
          <p:cNvCxnSpPr/>
          <p:nvPr/>
        </p:nvCxnSpPr>
        <p:spPr>
          <a:xfrm>
            <a:off x="6096000" y="2175678"/>
            <a:ext cx="0" cy="399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CAD4F15-13BE-BDBA-1B11-0C8A5462BC8F}"/>
              </a:ext>
            </a:extLst>
          </p:cNvPr>
          <p:cNvSpPr/>
          <p:nvPr/>
        </p:nvSpPr>
        <p:spPr>
          <a:xfrm>
            <a:off x="6783525" y="4214864"/>
            <a:ext cx="4058646" cy="12431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48ABE0-B390-29B7-5B20-249BC1AB3521}"/>
              </a:ext>
            </a:extLst>
          </p:cNvPr>
          <p:cNvSpPr/>
          <p:nvPr/>
        </p:nvSpPr>
        <p:spPr>
          <a:xfrm>
            <a:off x="1232912" y="4214864"/>
            <a:ext cx="4058646" cy="124319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pic>
        <p:nvPicPr>
          <p:cNvPr id="13" name="Picture 12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0A8804A8-DFDC-FFF6-9419-7D573C7AB8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733" b="26572"/>
          <a:stretch>
            <a:fillRect/>
          </a:stretch>
        </p:blipFill>
        <p:spPr>
          <a:xfrm>
            <a:off x="2003983" y="2811887"/>
            <a:ext cx="2590203" cy="1183613"/>
          </a:xfrm>
          <a:prstGeom prst="rect">
            <a:avLst/>
          </a:prstGeom>
        </p:spPr>
      </p:pic>
      <p:pic>
        <p:nvPicPr>
          <p:cNvPr id="14" name="Picture 13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997FF3E1-C381-ADF3-DB75-7B9AF61FF5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733" b="26572"/>
          <a:stretch>
            <a:fillRect/>
          </a:stretch>
        </p:blipFill>
        <p:spPr>
          <a:xfrm>
            <a:off x="2003983" y="4244654"/>
            <a:ext cx="2590203" cy="1183613"/>
          </a:xfrm>
          <a:prstGeom prst="rect">
            <a:avLst/>
          </a:prstGeom>
        </p:spPr>
      </p:pic>
      <p:pic>
        <p:nvPicPr>
          <p:cNvPr id="18" name="Picture 17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7630181A-7097-622A-4EE3-A4DEB9D7E6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663" b="30038"/>
          <a:stretch>
            <a:fillRect/>
          </a:stretch>
        </p:blipFill>
        <p:spPr>
          <a:xfrm>
            <a:off x="7420022" y="2811887"/>
            <a:ext cx="2648534" cy="1067351"/>
          </a:xfrm>
          <a:prstGeom prst="rect">
            <a:avLst/>
          </a:prstGeom>
        </p:spPr>
      </p:pic>
      <p:pic>
        <p:nvPicPr>
          <p:cNvPr id="20" name="Picture 19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3A142443-FF26-7E7C-F3D2-15076B1EBD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663" b="30038"/>
          <a:stretch>
            <a:fillRect/>
          </a:stretch>
        </p:blipFill>
        <p:spPr>
          <a:xfrm>
            <a:off x="7420022" y="4302784"/>
            <a:ext cx="2648534" cy="106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90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58C60-DAF4-7801-33CA-52D9B0503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C7B79B-B877-9659-810F-AFBAB1113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4F4C-5816-A44D-909B-A63A7CF5C1BC}" type="slidenum">
              <a:rPr lang="en-EG" smtClean="0"/>
              <a:pPr/>
              <a:t>10</a:t>
            </a:fld>
            <a:endParaRPr lang="en-E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632306-C789-35ED-543D-BC6D6507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Logo Positioning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1EA3B-FEF3-D38F-8368-124F116B82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EG" dirty="0"/>
              <a:t>Logo across presentations, social media tools, and web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54AE27-AC4E-C0ED-A1E8-198BFDDD791A}"/>
              </a:ext>
            </a:extLst>
          </p:cNvPr>
          <p:cNvSpPr txBox="1"/>
          <p:nvPr/>
        </p:nvSpPr>
        <p:spPr>
          <a:xfrm>
            <a:off x="499170" y="2917462"/>
            <a:ext cx="3492000" cy="416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400"/>
              </a:spcAft>
              <a:defRPr sz="1600" b="1"/>
            </a:pPr>
            <a:r>
              <a:rPr lang="en-US" dirty="0">
                <a:solidFill>
                  <a:schemeClr val="tx2"/>
                </a:solidFill>
                <a:latin typeface="Archivo" panose="020B0503020202020B04" pitchFamily="34" charset="77"/>
              </a:rPr>
              <a:t>PRESENTATIONS</a:t>
            </a:r>
            <a:endParaRPr lang="en-US" dirty="0">
              <a:latin typeface="Archivo" panose="020B0503020202020B04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8FCD43-79A9-0A54-B867-C4FC64220CAD}"/>
              </a:ext>
            </a:extLst>
          </p:cNvPr>
          <p:cNvSpPr txBox="1"/>
          <p:nvPr/>
        </p:nvSpPr>
        <p:spPr>
          <a:xfrm>
            <a:off x="499170" y="3563187"/>
            <a:ext cx="349200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Bef>
                <a:spcPts val="1200"/>
              </a:spcBef>
              <a:buSzPct val="150000"/>
              <a:buBlip>
                <a:blip r:embed="rId2"/>
              </a:buBlip>
              <a:defRPr sz="1400"/>
            </a:pPr>
            <a:r>
              <a:rPr lang="en-US" b="1" dirty="0">
                <a:latin typeface="Archivo" panose="020B0503020202020B04" pitchFamily="34" charset="77"/>
              </a:rPr>
              <a:t>Cover page: </a:t>
            </a:r>
            <a:r>
              <a:rPr lang="en-US" dirty="0">
                <a:latin typeface="Archivo" panose="020B0503020202020B04" pitchFamily="34" charset="77"/>
              </a:rPr>
              <a:t>center</a:t>
            </a:r>
          </a:p>
          <a:p>
            <a:pPr marL="285750" indent="-285750">
              <a:spcBef>
                <a:spcPts val="1200"/>
              </a:spcBef>
              <a:buSzPct val="150000"/>
              <a:buBlip>
                <a:blip r:embed="rId2"/>
              </a:buBlip>
              <a:defRPr sz="1400"/>
            </a:pPr>
            <a:r>
              <a:rPr lang="en-US" b="1" dirty="0">
                <a:latin typeface="Archivo" panose="020B0503020202020B04" pitchFamily="34" charset="77"/>
              </a:rPr>
              <a:t>Inner pages: </a:t>
            </a:r>
            <a:r>
              <a:rPr lang="en-US" dirty="0">
                <a:latin typeface="Archivo" panose="020B0503020202020B04" pitchFamily="34" charset="77"/>
              </a:rPr>
              <a:t>Top-left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5D405-2883-2157-1B3F-DE2E6FAFB412}"/>
              </a:ext>
            </a:extLst>
          </p:cNvPr>
          <p:cNvSpPr txBox="1"/>
          <p:nvPr/>
        </p:nvSpPr>
        <p:spPr>
          <a:xfrm>
            <a:off x="4362334" y="3563187"/>
            <a:ext cx="349200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Bef>
                <a:spcPts val="1200"/>
              </a:spcBef>
              <a:buSzPct val="150000"/>
              <a:buBlip>
                <a:blip r:embed="rId2"/>
              </a:buBlip>
              <a:defRPr sz="1400"/>
            </a:pPr>
            <a:r>
              <a:rPr lang="en-US" b="1" dirty="0">
                <a:latin typeface="Archivo" panose="020B0503020202020B04" pitchFamily="34" charset="77"/>
              </a:rPr>
              <a:t>Posts: </a:t>
            </a:r>
            <a:r>
              <a:rPr lang="en-US" dirty="0">
                <a:latin typeface="Archivo" panose="020B0503020202020B04" pitchFamily="34" charset="77"/>
              </a:rPr>
              <a:t>Top left </a:t>
            </a:r>
          </a:p>
          <a:p>
            <a:pPr marL="285750" indent="-285750">
              <a:spcBef>
                <a:spcPts val="1200"/>
              </a:spcBef>
              <a:buSzPct val="150000"/>
              <a:buBlip>
                <a:blip r:embed="rId2"/>
              </a:buBlip>
              <a:defRPr sz="1400"/>
            </a:pPr>
            <a:r>
              <a:rPr lang="en-US" b="1" dirty="0">
                <a:latin typeface="Archivo" panose="020B0503020202020B04" pitchFamily="34" charset="77"/>
              </a:rPr>
              <a:t>Banners: </a:t>
            </a:r>
            <a:r>
              <a:rPr lang="en-US" dirty="0">
                <a:latin typeface="Archivo" panose="020B0503020202020B04" pitchFamily="34" charset="77"/>
              </a:rPr>
              <a:t>Bottom-right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FA8A6C-38AD-45D4-40F7-48C7A07FE6BD}"/>
              </a:ext>
            </a:extLst>
          </p:cNvPr>
          <p:cNvSpPr txBox="1"/>
          <p:nvPr/>
        </p:nvSpPr>
        <p:spPr>
          <a:xfrm>
            <a:off x="8225497" y="3563187"/>
            <a:ext cx="3492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Bef>
                <a:spcPts val="1200"/>
              </a:spcBef>
              <a:buSzPct val="150000"/>
              <a:buBlip>
                <a:blip r:embed="rId2"/>
              </a:buBlip>
              <a:defRPr sz="1400"/>
            </a:pPr>
            <a:r>
              <a:rPr lang="en-US" b="1" dirty="0">
                <a:latin typeface="Archivo" panose="020B0503020202020B04" pitchFamily="34" charset="77"/>
              </a:rPr>
              <a:t>Website header: </a:t>
            </a:r>
            <a:r>
              <a:rPr lang="en-US" dirty="0">
                <a:latin typeface="Archivo" panose="020B0503020202020B04" pitchFamily="34" charset="77"/>
              </a:rPr>
              <a:t>top-left</a:t>
            </a:r>
          </a:p>
          <a:p>
            <a:pPr marL="285750" indent="-285750">
              <a:spcBef>
                <a:spcPts val="1200"/>
              </a:spcBef>
              <a:buSzPct val="150000"/>
              <a:buBlip>
                <a:blip r:embed="rId2"/>
              </a:buBlip>
              <a:defRPr sz="1400"/>
            </a:pPr>
            <a:r>
              <a:rPr lang="en-US" b="1" dirty="0">
                <a:latin typeface="Archivo" panose="020B0503020202020B04" pitchFamily="34" charset="77"/>
              </a:rPr>
              <a:t>Email signature: </a:t>
            </a:r>
            <a:r>
              <a:rPr lang="en-US" dirty="0">
                <a:latin typeface="Archivo" panose="020B0503020202020B04" pitchFamily="34" charset="77"/>
              </a:rPr>
              <a:t>Footer (small) or beside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A5EF16-45CA-32E5-C910-6D252F8D1EED}"/>
              </a:ext>
            </a:extLst>
          </p:cNvPr>
          <p:cNvSpPr txBox="1"/>
          <p:nvPr/>
        </p:nvSpPr>
        <p:spPr>
          <a:xfrm>
            <a:off x="4362334" y="2917462"/>
            <a:ext cx="3492000" cy="416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400"/>
              </a:spcAft>
              <a:defRPr sz="1600" b="1"/>
            </a:pPr>
            <a:r>
              <a:rPr lang="en-US" dirty="0">
                <a:solidFill>
                  <a:schemeClr val="tx2"/>
                </a:solidFill>
                <a:latin typeface="Archivo" panose="020B0503020202020B04" pitchFamily="34" charset="77"/>
              </a:rPr>
              <a:t>SOCIAL MEDIA</a:t>
            </a:r>
            <a:endParaRPr lang="en-US" dirty="0">
              <a:latin typeface="Archivo" panose="020B0503020202020B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9E022F-CFDD-DB09-94F3-02362A6C291F}"/>
              </a:ext>
            </a:extLst>
          </p:cNvPr>
          <p:cNvSpPr txBox="1"/>
          <p:nvPr/>
        </p:nvSpPr>
        <p:spPr>
          <a:xfrm>
            <a:off x="8225497" y="2917462"/>
            <a:ext cx="3492000" cy="416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400"/>
              </a:spcAft>
              <a:defRPr sz="1600" b="1"/>
            </a:pPr>
            <a:r>
              <a:rPr lang="en-US" dirty="0">
                <a:solidFill>
                  <a:schemeClr val="tx2"/>
                </a:solidFill>
                <a:latin typeface="Archivo" panose="020B0503020202020B04" pitchFamily="34" charset="77"/>
              </a:rPr>
              <a:t>WEB AND EMAIL</a:t>
            </a:r>
            <a:endParaRPr lang="en-US" dirty="0">
              <a:latin typeface="Archivo" panose="020B0503020202020B04" pitchFamily="34" charset="77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E806D4-DF9A-094F-B06A-21F00E393A1C}"/>
              </a:ext>
            </a:extLst>
          </p:cNvPr>
          <p:cNvCxnSpPr/>
          <p:nvPr/>
        </p:nvCxnSpPr>
        <p:spPr>
          <a:xfrm>
            <a:off x="4153086" y="2335622"/>
            <a:ext cx="0" cy="252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1E188A-E35F-4538-1D0A-004B2EC06571}"/>
              </a:ext>
            </a:extLst>
          </p:cNvPr>
          <p:cNvCxnSpPr/>
          <p:nvPr/>
        </p:nvCxnSpPr>
        <p:spPr>
          <a:xfrm>
            <a:off x="8015580" y="2335622"/>
            <a:ext cx="0" cy="252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647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1981-42FF-B8C6-C98E-155A00F6D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9909"/>
            <a:ext cx="9144000" cy="993308"/>
          </a:xfrm>
        </p:spPr>
        <p:txBody>
          <a:bodyPr/>
          <a:lstStyle/>
          <a:p>
            <a:r>
              <a:rPr lang="en-EG" dirty="0"/>
              <a:t>Thank you!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957A1A-BC5E-4ED9-8FA5-8A3DEA4127D9}"/>
              </a:ext>
            </a:extLst>
          </p:cNvPr>
          <p:cNvGrpSpPr/>
          <p:nvPr/>
        </p:nvGrpSpPr>
        <p:grpSpPr>
          <a:xfrm>
            <a:off x="0" y="2525926"/>
            <a:ext cx="12192050" cy="5673415"/>
            <a:chOff x="-50" y="1530025"/>
            <a:chExt cx="9144077" cy="4527500"/>
          </a:xfrm>
        </p:grpSpPr>
        <p:sp>
          <p:nvSpPr>
            <p:cNvPr id="5" name="Google Shape;1041;p18">
              <a:extLst>
                <a:ext uri="{FF2B5EF4-FFF2-40B4-BE49-F238E27FC236}">
                  <a16:creationId xmlns:a16="http://schemas.microsoft.com/office/drawing/2014/main" id="{AD2AD2C7-39DA-F873-BF7E-D1AC7A52E8E7}"/>
                </a:ext>
              </a:extLst>
            </p:cNvPr>
            <p:cNvSpPr/>
            <p:nvPr userDrawn="1"/>
          </p:nvSpPr>
          <p:spPr>
            <a:xfrm>
              <a:off x="-50" y="4693725"/>
              <a:ext cx="9144000" cy="13638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" name="Google Shape;1042;p18">
              <a:extLst>
                <a:ext uri="{FF2B5EF4-FFF2-40B4-BE49-F238E27FC236}">
                  <a16:creationId xmlns:a16="http://schemas.microsoft.com/office/drawing/2014/main" id="{19875781-5FA7-6C57-933D-4C35C436DD06}"/>
                </a:ext>
              </a:extLst>
            </p:cNvPr>
            <p:cNvSpPr/>
            <p:nvPr userDrawn="1"/>
          </p:nvSpPr>
          <p:spPr>
            <a:xfrm>
              <a:off x="4605144" y="2674019"/>
              <a:ext cx="612304" cy="361564"/>
            </a:xfrm>
            <a:custGeom>
              <a:avLst/>
              <a:gdLst/>
              <a:ahLst/>
              <a:cxnLst/>
              <a:rect l="l" t="t" r="r" b="b"/>
              <a:pathLst>
                <a:path w="19133" h="11298" extrusionOk="0">
                  <a:moveTo>
                    <a:pt x="418" y="11298"/>
                  </a:moveTo>
                  <a:lnTo>
                    <a:pt x="19133" y="11298"/>
                  </a:lnTo>
                  <a:lnTo>
                    <a:pt x="19133" y="0"/>
                  </a:lnTo>
                  <a:lnTo>
                    <a:pt x="18976" y="0"/>
                  </a:lnTo>
                  <a:lnTo>
                    <a:pt x="455" y="0"/>
                  </a:lnTo>
                  <a:lnTo>
                    <a:pt x="0" y="0"/>
                  </a:lnTo>
                  <a:lnTo>
                    <a:pt x="0" y="11298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1043;p18">
              <a:extLst>
                <a:ext uri="{FF2B5EF4-FFF2-40B4-BE49-F238E27FC236}">
                  <a16:creationId xmlns:a16="http://schemas.microsoft.com/office/drawing/2014/main" id="{42BBE737-B2EF-3E02-A1D2-C2E2808A6358}"/>
                </a:ext>
              </a:extLst>
            </p:cNvPr>
            <p:cNvSpPr/>
            <p:nvPr userDrawn="1"/>
          </p:nvSpPr>
          <p:spPr>
            <a:xfrm>
              <a:off x="6693371" y="2503669"/>
              <a:ext cx="453187" cy="472581"/>
            </a:xfrm>
            <a:custGeom>
              <a:avLst/>
              <a:gdLst/>
              <a:ahLst/>
              <a:cxnLst/>
              <a:rect l="l" t="t" r="r" b="b"/>
              <a:pathLst>
                <a:path w="14161" h="14767" extrusionOk="0">
                  <a:moveTo>
                    <a:pt x="14160" y="13231"/>
                  </a:moveTo>
                  <a:lnTo>
                    <a:pt x="12745" y="1"/>
                  </a:lnTo>
                  <a:lnTo>
                    <a:pt x="12149" y="90"/>
                  </a:lnTo>
                  <a:lnTo>
                    <a:pt x="0" y="1939"/>
                  </a:lnTo>
                  <a:lnTo>
                    <a:pt x="470" y="14767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1044;p18">
              <a:extLst>
                <a:ext uri="{FF2B5EF4-FFF2-40B4-BE49-F238E27FC236}">
                  <a16:creationId xmlns:a16="http://schemas.microsoft.com/office/drawing/2014/main" id="{9A3BD089-723F-3EC1-B6A1-55BB8246AFDD}"/>
                </a:ext>
              </a:extLst>
            </p:cNvPr>
            <p:cNvSpPr/>
            <p:nvPr userDrawn="1"/>
          </p:nvSpPr>
          <p:spPr>
            <a:xfrm>
              <a:off x="7144511" y="2425135"/>
              <a:ext cx="512008" cy="495111"/>
            </a:xfrm>
            <a:custGeom>
              <a:avLst/>
              <a:gdLst/>
              <a:ahLst/>
              <a:cxnLst/>
              <a:rect l="l" t="t" r="r" b="b"/>
              <a:pathLst>
                <a:path w="15999" h="15471" extrusionOk="0">
                  <a:moveTo>
                    <a:pt x="2090" y="15356"/>
                  </a:moveTo>
                  <a:lnTo>
                    <a:pt x="15988" y="13261"/>
                  </a:lnTo>
                  <a:lnTo>
                    <a:pt x="15999" y="13251"/>
                  </a:lnTo>
                  <a:lnTo>
                    <a:pt x="13413" y="0"/>
                  </a:lnTo>
                  <a:lnTo>
                    <a:pt x="12849" y="104"/>
                  </a:lnTo>
                  <a:lnTo>
                    <a:pt x="1" y="2267"/>
                  </a:lnTo>
                  <a:lnTo>
                    <a:pt x="1421" y="1547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1045;p18">
              <a:extLst>
                <a:ext uri="{FF2B5EF4-FFF2-40B4-BE49-F238E27FC236}">
                  <a16:creationId xmlns:a16="http://schemas.microsoft.com/office/drawing/2014/main" id="{8684E54D-3C75-E41D-B83C-C7F62FF7B062}"/>
                </a:ext>
              </a:extLst>
            </p:cNvPr>
            <p:cNvSpPr/>
            <p:nvPr userDrawn="1"/>
          </p:nvSpPr>
          <p:spPr>
            <a:xfrm>
              <a:off x="2046544" y="2522743"/>
              <a:ext cx="453027" cy="450819"/>
            </a:xfrm>
            <a:custGeom>
              <a:avLst/>
              <a:gdLst/>
              <a:ahLst/>
              <a:cxnLst/>
              <a:rect l="l" t="t" r="r" b="b"/>
              <a:pathLst>
                <a:path w="14156" h="14087" extrusionOk="0">
                  <a:moveTo>
                    <a:pt x="1" y="12823"/>
                  </a:moveTo>
                  <a:lnTo>
                    <a:pt x="209" y="12849"/>
                  </a:lnTo>
                  <a:lnTo>
                    <a:pt x="13539" y="14066"/>
                  </a:lnTo>
                  <a:lnTo>
                    <a:pt x="13706" y="14087"/>
                  </a:lnTo>
                  <a:lnTo>
                    <a:pt x="14155" y="1912"/>
                  </a:lnTo>
                  <a:lnTo>
                    <a:pt x="13920" y="1886"/>
                  </a:lnTo>
                  <a:lnTo>
                    <a:pt x="1515" y="32"/>
                  </a:lnTo>
                  <a:lnTo>
                    <a:pt x="1364" y="0"/>
                  </a:lnTo>
                  <a:lnTo>
                    <a:pt x="6" y="12734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Google Shape;1046;p18">
              <a:extLst>
                <a:ext uri="{FF2B5EF4-FFF2-40B4-BE49-F238E27FC236}">
                  <a16:creationId xmlns:a16="http://schemas.microsoft.com/office/drawing/2014/main" id="{83FC3786-409F-2E1B-2466-F12D9EEAABC8}"/>
                </a:ext>
              </a:extLst>
            </p:cNvPr>
            <p:cNvSpPr/>
            <p:nvPr userDrawn="1"/>
          </p:nvSpPr>
          <p:spPr>
            <a:xfrm>
              <a:off x="5214920" y="2647105"/>
              <a:ext cx="571853" cy="388478"/>
            </a:xfrm>
            <a:custGeom>
              <a:avLst/>
              <a:gdLst/>
              <a:ahLst/>
              <a:cxnLst/>
              <a:rect l="l" t="t" r="r" b="b"/>
              <a:pathLst>
                <a:path w="17869" h="12139" extrusionOk="0">
                  <a:moveTo>
                    <a:pt x="17743" y="11752"/>
                  </a:moveTo>
                  <a:lnTo>
                    <a:pt x="17868" y="0"/>
                  </a:lnTo>
                  <a:lnTo>
                    <a:pt x="79" y="841"/>
                  </a:lnTo>
                  <a:lnTo>
                    <a:pt x="0" y="12139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1047;p18">
              <a:extLst>
                <a:ext uri="{FF2B5EF4-FFF2-40B4-BE49-F238E27FC236}">
                  <a16:creationId xmlns:a16="http://schemas.microsoft.com/office/drawing/2014/main" id="{97124184-5DCA-8A3A-6AAC-C1B5CCF73AD2}"/>
                </a:ext>
              </a:extLst>
            </p:cNvPr>
            <p:cNvSpPr/>
            <p:nvPr userDrawn="1"/>
          </p:nvSpPr>
          <p:spPr>
            <a:xfrm>
              <a:off x="2528790" y="2588924"/>
              <a:ext cx="413728" cy="416417"/>
            </a:xfrm>
            <a:custGeom>
              <a:avLst/>
              <a:gdLst/>
              <a:ahLst/>
              <a:cxnLst/>
              <a:rect l="l" t="t" r="r" b="b"/>
              <a:pathLst>
                <a:path w="12928" h="13012" extrusionOk="0">
                  <a:moveTo>
                    <a:pt x="230" y="12264"/>
                  </a:moveTo>
                  <a:lnTo>
                    <a:pt x="12750" y="13011"/>
                  </a:lnTo>
                  <a:lnTo>
                    <a:pt x="12927" y="13011"/>
                  </a:lnTo>
                  <a:lnTo>
                    <a:pt x="12927" y="1312"/>
                  </a:lnTo>
                  <a:lnTo>
                    <a:pt x="12818" y="1306"/>
                  </a:lnTo>
                  <a:lnTo>
                    <a:pt x="705" y="22"/>
                  </a:lnTo>
                  <a:lnTo>
                    <a:pt x="554" y="1"/>
                  </a:lnTo>
                  <a:lnTo>
                    <a:pt x="0" y="12233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" name="Google Shape;1048;p18">
              <a:extLst>
                <a:ext uri="{FF2B5EF4-FFF2-40B4-BE49-F238E27FC236}">
                  <a16:creationId xmlns:a16="http://schemas.microsoft.com/office/drawing/2014/main" id="{C8CC2629-31DF-C696-5668-62810DF6EF06}"/>
                </a:ext>
              </a:extLst>
            </p:cNvPr>
            <p:cNvSpPr/>
            <p:nvPr userDrawn="1"/>
          </p:nvSpPr>
          <p:spPr>
            <a:xfrm>
              <a:off x="6262458" y="2570875"/>
              <a:ext cx="402367" cy="431298"/>
            </a:xfrm>
            <a:custGeom>
              <a:avLst/>
              <a:gdLst/>
              <a:ahLst/>
              <a:cxnLst/>
              <a:rect l="l" t="t" r="r" b="b"/>
              <a:pathLst>
                <a:path w="12573" h="13477" extrusionOk="0">
                  <a:moveTo>
                    <a:pt x="209" y="13466"/>
                  </a:moveTo>
                  <a:lnTo>
                    <a:pt x="12572" y="12740"/>
                  </a:lnTo>
                  <a:lnTo>
                    <a:pt x="11987" y="1"/>
                  </a:lnTo>
                  <a:lnTo>
                    <a:pt x="11773" y="21"/>
                  </a:lnTo>
                  <a:lnTo>
                    <a:pt x="251" y="1379"/>
                  </a:lnTo>
                  <a:lnTo>
                    <a:pt x="0" y="1406"/>
                  </a:lnTo>
                  <a:lnTo>
                    <a:pt x="0" y="13476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Google Shape;1049;p18">
              <a:extLst>
                <a:ext uri="{FF2B5EF4-FFF2-40B4-BE49-F238E27FC236}">
                  <a16:creationId xmlns:a16="http://schemas.microsoft.com/office/drawing/2014/main" id="{917FA745-D3FB-39A7-D365-D9BD04A0BE4E}"/>
                </a:ext>
              </a:extLst>
            </p:cNvPr>
            <p:cNvSpPr/>
            <p:nvPr userDrawn="1"/>
          </p:nvSpPr>
          <p:spPr>
            <a:xfrm>
              <a:off x="2988794" y="2634239"/>
              <a:ext cx="415904" cy="380446"/>
            </a:xfrm>
            <a:custGeom>
              <a:avLst/>
              <a:gdLst/>
              <a:ahLst/>
              <a:cxnLst/>
              <a:rect l="l" t="t" r="r" b="b"/>
              <a:pathLst>
                <a:path w="12996" h="11888" extrusionOk="0">
                  <a:moveTo>
                    <a:pt x="12995" y="11888"/>
                  </a:moveTo>
                  <a:lnTo>
                    <a:pt x="12995" y="491"/>
                  </a:lnTo>
                  <a:lnTo>
                    <a:pt x="272" y="26"/>
                  </a:lnTo>
                  <a:lnTo>
                    <a:pt x="0" y="0"/>
                  </a:lnTo>
                  <a:lnTo>
                    <a:pt x="0" y="11595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1050;p18">
              <a:extLst>
                <a:ext uri="{FF2B5EF4-FFF2-40B4-BE49-F238E27FC236}">
                  <a16:creationId xmlns:a16="http://schemas.microsoft.com/office/drawing/2014/main" id="{93F29615-93E0-AA99-C62D-FA486CCF7303}"/>
                </a:ext>
              </a:extLst>
            </p:cNvPr>
            <p:cNvSpPr/>
            <p:nvPr userDrawn="1"/>
          </p:nvSpPr>
          <p:spPr>
            <a:xfrm>
              <a:off x="5758322" y="2620510"/>
              <a:ext cx="458020" cy="403199"/>
            </a:xfrm>
            <a:custGeom>
              <a:avLst/>
              <a:gdLst/>
              <a:ahLst/>
              <a:cxnLst/>
              <a:rect l="l" t="t" r="r" b="b"/>
              <a:pathLst>
                <a:path w="14312" h="12599" extrusionOk="0">
                  <a:moveTo>
                    <a:pt x="14312" y="12014"/>
                  </a:moveTo>
                  <a:lnTo>
                    <a:pt x="14312" y="1"/>
                  </a:lnTo>
                  <a:lnTo>
                    <a:pt x="131" y="831"/>
                  </a:lnTo>
                  <a:lnTo>
                    <a:pt x="0" y="12599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Google Shape;1051;p18">
              <a:extLst>
                <a:ext uri="{FF2B5EF4-FFF2-40B4-BE49-F238E27FC236}">
                  <a16:creationId xmlns:a16="http://schemas.microsoft.com/office/drawing/2014/main" id="{AE24CAF6-C588-8CC0-9F41-18A8518198C1}"/>
                </a:ext>
              </a:extLst>
            </p:cNvPr>
            <p:cNvSpPr/>
            <p:nvPr userDrawn="1"/>
          </p:nvSpPr>
          <p:spPr>
            <a:xfrm>
              <a:off x="433042" y="2051538"/>
              <a:ext cx="689846" cy="662964"/>
            </a:xfrm>
            <a:custGeom>
              <a:avLst/>
              <a:gdLst/>
              <a:ahLst/>
              <a:cxnLst/>
              <a:rect l="l" t="t" r="r" b="b"/>
              <a:pathLst>
                <a:path w="21556" h="20716" extrusionOk="0">
                  <a:moveTo>
                    <a:pt x="16855" y="20600"/>
                  </a:moveTo>
                  <a:lnTo>
                    <a:pt x="17304" y="20715"/>
                  </a:lnTo>
                  <a:lnTo>
                    <a:pt x="21556" y="6096"/>
                  </a:lnTo>
                  <a:lnTo>
                    <a:pt x="21300" y="5981"/>
                  </a:lnTo>
                  <a:lnTo>
                    <a:pt x="6435" y="6"/>
                  </a:lnTo>
                  <a:lnTo>
                    <a:pt x="6419" y="0"/>
                  </a:lnTo>
                  <a:lnTo>
                    <a:pt x="0" y="15278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1052;p18">
              <a:extLst>
                <a:ext uri="{FF2B5EF4-FFF2-40B4-BE49-F238E27FC236}">
                  <a16:creationId xmlns:a16="http://schemas.microsoft.com/office/drawing/2014/main" id="{D65C28F9-DE45-CA6E-0A2A-454719A9FFAF}"/>
                </a:ext>
              </a:extLst>
            </p:cNvPr>
            <p:cNvSpPr/>
            <p:nvPr userDrawn="1"/>
          </p:nvSpPr>
          <p:spPr>
            <a:xfrm>
              <a:off x="1039618" y="2268995"/>
              <a:ext cx="538250" cy="576717"/>
            </a:xfrm>
            <a:custGeom>
              <a:avLst/>
              <a:gdLst/>
              <a:ahLst/>
              <a:cxnLst/>
              <a:rect l="l" t="t" r="r" b="b"/>
              <a:pathLst>
                <a:path w="16819" h="18021" extrusionOk="0">
                  <a:moveTo>
                    <a:pt x="14004" y="17999"/>
                  </a:moveTo>
                  <a:lnTo>
                    <a:pt x="14160" y="18020"/>
                  </a:lnTo>
                  <a:lnTo>
                    <a:pt x="16819" y="4388"/>
                  </a:lnTo>
                  <a:lnTo>
                    <a:pt x="16511" y="4310"/>
                  </a:lnTo>
                  <a:lnTo>
                    <a:pt x="4419" y="110"/>
                  </a:lnTo>
                  <a:lnTo>
                    <a:pt x="4169" y="1"/>
                  </a:lnTo>
                  <a:lnTo>
                    <a:pt x="1" y="14343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1053;p18">
              <a:extLst>
                <a:ext uri="{FF2B5EF4-FFF2-40B4-BE49-F238E27FC236}">
                  <a16:creationId xmlns:a16="http://schemas.microsoft.com/office/drawing/2014/main" id="{7FCBEC4D-EF14-C6A5-5827-5B708D77DB28}"/>
                </a:ext>
              </a:extLst>
            </p:cNvPr>
            <p:cNvSpPr/>
            <p:nvPr userDrawn="1"/>
          </p:nvSpPr>
          <p:spPr>
            <a:xfrm>
              <a:off x="8683491" y="1826500"/>
              <a:ext cx="456356" cy="756571"/>
            </a:xfrm>
            <a:custGeom>
              <a:avLst/>
              <a:gdLst/>
              <a:ahLst/>
              <a:cxnLst/>
              <a:rect l="l" t="t" r="r" b="b"/>
              <a:pathLst>
                <a:path w="14260" h="23641" extrusionOk="0">
                  <a:moveTo>
                    <a:pt x="14260" y="20574"/>
                  </a:moveTo>
                  <a:lnTo>
                    <a:pt x="14260" y="1"/>
                  </a:lnTo>
                  <a:lnTo>
                    <a:pt x="1" y="8018"/>
                  </a:lnTo>
                  <a:lnTo>
                    <a:pt x="6226" y="22956"/>
                  </a:lnTo>
                  <a:lnTo>
                    <a:pt x="6336" y="23640"/>
                  </a:lnTo>
                  <a:lnTo>
                    <a:pt x="6629" y="23546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1054;p18">
              <a:extLst>
                <a:ext uri="{FF2B5EF4-FFF2-40B4-BE49-F238E27FC236}">
                  <a16:creationId xmlns:a16="http://schemas.microsoft.com/office/drawing/2014/main" id="{BA08398D-DDF3-C52A-34AD-C598A9FC3784}"/>
                </a:ext>
              </a:extLst>
            </p:cNvPr>
            <p:cNvSpPr/>
            <p:nvPr userDrawn="1"/>
          </p:nvSpPr>
          <p:spPr>
            <a:xfrm>
              <a:off x="8144249" y="2113850"/>
              <a:ext cx="685206" cy="655763"/>
            </a:xfrm>
            <a:custGeom>
              <a:avLst/>
              <a:gdLst/>
              <a:ahLst/>
              <a:cxnLst/>
              <a:rect l="l" t="t" r="r" b="b"/>
              <a:pathLst>
                <a:path w="21411" h="20491" extrusionOk="0">
                  <a:moveTo>
                    <a:pt x="5203" y="20349"/>
                  </a:moveTo>
                  <a:lnTo>
                    <a:pt x="21227" y="15251"/>
                  </a:lnTo>
                  <a:lnTo>
                    <a:pt x="21410" y="15199"/>
                  </a:lnTo>
                  <a:lnTo>
                    <a:pt x="21332" y="14682"/>
                  </a:lnTo>
                  <a:lnTo>
                    <a:pt x="15158" y="0"/>
                  </a:lnTo>
                  <a:lnTo>
                    <a:pt x="14453" y="402"/>
                  </a:lnTo>
                  <a:lnTo>
                    <a:pt x="288" y="6179"/>
                  </a:lnTo>
                  <a:lnTo>
                    <a:pt x="1" y="6294"/>
                  </a:lnTo>
                  <a:lnTo>
                    <a:pt x="4655" y="2049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1055;p18">
              <a:extLst>
                <a:ext uri="{FF2B5EF4-FFF2-40B4-BE49-F238E27FC236}">
                  <a16:creationId xmlns:a16="http://schemas.microsoft.com/office/drawing/2014/main" id="{E48EA770-CCCE-8A5E-33ED-61876BF6E9D9}"/>
                </a:ext>
              </a:extLst>
            </p:cNvPr>
            <p:cNvSpPr/>
            <p:nvPr userDrawn="1"/>
          </p:nvSpPr>
          <p:spPr>
            <a:xfrm>
              <a:off x="3404666" y="2649953"/>
              <a:ext cx="578189" cy="385630"/>
            </a:xfrm>
            <a:custGeom>
              <a:avLst/>
              <a:gdLst/>
              <a:ahLst/>
              <a:cxnLst/>
              <a:rect l="l" t="t" r="r" b="b"/>
              <a:pathLst>
                <a:path w="18067" h="12050" extrusionOk="0">
                  <a:moveTo>
                    <a:pt x="18067" y="12050"/>
                  </a:moveTo>
                  <a:lnTo>
                    <a:pt x="18030" y="392"/>
                  </a:lnTo>
                  <a:lnTo>
                    <a:pt x="0" y="0"/>
                  </a:lnTo>
                  <a:lnTo>
                    <a:pt x="0" y="11397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1056;p18">
              <a:extLst>
                <a:ext uri="{FF2B5EF4-FFF2-40B4-BE49-F238E27FC236}">
                  <a16:creationId xmlns:a16="http://schemas.microsoft.com/office/drawing/2014/main" id="{C55FBDED-CCAF-3D27-3520-8F46916C0F12}"/>
                </a:ext>
              </a:extLst>
            </p:cNvPr>
            <p:cNvSpPr/>
            <p:nvPr userDrawn="1"/>
          </p:nvSpPr>
          <p:spPr>
            <a:xfrm>
              <a:off x="1536553" y="2420431"/>
              <a:ext cx="511016" cy="506504"/>
            </a:xfrm>
            <a:custGeom>
              <a:avLst/>
              <a:gdLst/>
              <a:ahLst/>
              <a:cxnLst/>
              <a:rect l="l" t="t" r="r" b="b"/>
              <a:pathLst>
                <a:path w="15968" h="15827" extrusionOk="0">
                  <a:moveTo>
                    <a:pt x="1" y="13476"/>
                  </a:moveTo>
                  <a:lnTo>
                    <a:pt x="445" y="13539"/>
                  </a:lnTo>
                  <a:lnTo>
                    <a:pt x="14182" y="15774"/>
                  </a:lnTo>
                  <a:lnTo>
                    <a:pt x="14573" y="15827"/>
                  </a:lnTo>
                  <a:lnTo>
                    <a:pt x="14573" y="15774"/>
                  </a:lnTo>
                  <a:lnTo>
                    <a:pt x="15968" y="2842"/>
                  </a:lnTo>
                  <a:lnTo>
                    <a:pt x="15372" y="2691"/>
                  </a:lnTo>
                  <a:lnTo>
                    <a:pt x="3062" y="121"/>
                  </a:lnTo>
                  <a:lnTo>
                    <a:pt x="2623" y="1"/>
                  </a:lnTo>
                  <a:lnTo>
                    <a:pt x="1" y="13445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1057;p18">
              <a:extLst>
                <a:ext uri="{FF2B5EF4-FFF2-40B4-BE49-F238E27FC236}">
                  <a16:creationId xmlns:a16="http://schemas.microsoft.com/office/drawing/2014/main" id="{15357214-B4F7-E37F-BD82-2CF386541B60}"/>
                </a:ext>
              </a:extLst>
            </p:cNvPr>
            <p:cNvSpPr/>
            <p:nvPr userDrawn="1"/>
          </p:nvSpPr>
          <p:spPr>
            <a:xfrm>
              <a:off x="-48" y="1716728"/>
              <a:ext cx="581037" cy="800863"/>
            </a:xfrm>
            <a:custGeom>
              <a:avLst/>
              <a:gdLst/>
              <a:ahLst/>
              <a:cxnLst/>
              <a:rect l="l" t="t" r="r" b="b"/>
              <a:pathLst>
                <a:path w="18156" h="25025" extrusionOk="0">
                  <a:moveTo>
                    <a:pt x="17597" y="9522"/>
                  </a:moveTo>
                  <a:lnTo>
                    <a:pt x="0" y="1"/>
                  </a:lnTo>
                  <a:lnTo>
                    <a:pt x="0" y="20783"/>
                  </a:lnTo>
                  <a:lnTo>
                    <a:pt x="11642" y="24967"/>
                  </a:lnTo>
                  <a:lnTo>
                    <a:pt x="11778" y="25024"/>
                  </a:lnTo>
                  <a:lnTo>
                    <a:pt x="18155" y="9742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1058;p18">
              <a:extLst>
                <a:ext uri="{FF2B5EF4-FFF2-40B4-BE49-F238E27FC236}">
                  <a16:creationId xmlns:a16="http://schemas.microsoft.com/office/drawing/2014/main" id="{4D5F12CC-DD51-B5B2-2FF6-32CAB44E07F9}"/>
                </a:ext>
              </a:extLst>
            </p:cNvPr>
            <p:cNvSpPr/>
            <p:nvPr userDrawn="1"/>
          </p:nvSpPr>
          <p:spPr>
            <a:xfrm>
              <a:off x="7617060" y="2263139"/>
              <a:ext cx="623345" cy="578541"/>
            </a:xfrm>
            <a:custGeom>
              <a:avLst/>
              <a:gdLst/>
              <a:ahLst/>
              <a:cxnLst/>
              <a:rect l="l" t="t" r="r" b="b"/>
              <a:pathLst>
                <a:path w="19478" h="18078" extrusionOk="0">
                  <a:moveTo>
                    <a:pt x="3521" y="17916"/>
                  </a:moveTo>
                  <a:lnTo>
                    <a:pt x="19477" y="14030"/>
                  </a:lnTo>
                  <a:lnTo>
                    <a:pt x="14876" y="1"/>
                  </a:lnTo>
                  <a:lnTo>
                    <a:pt x="14327" y="205"/>
                  </a:lnTo>
                  <a:lnTo>
                    <a:pt x="434" y="4717"/>
                  </a:lnTo>
                  <a:lnTo>
                    <a:pt x="0" y="4801"/>
                  </a:lnTo>
                  <a:lnTo>
                    <a:pt x="2586" y="18078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1059;p18">
              <a:extLst>
                <a:ext uri="{FF2B5EF4-FFF2-40B4-BE49-F238E27FC236}">
                  <a16:creationId xmlns:a16="http://schemas.microsoft.com/office/drawing/2014/main" id="{E39DBECC-65E3-F1F2-4FBE-36651779570D}"/>
                </a:ext>
              </a:extLst>
            </p:cNvPr>
            <p:cNvSpPr/>
            <p:nvPr userDrawn="1"/>
          </p:nvSpPr>
          <p:spPr>
            <a:xfrm>
              <a:off x="3981672" y="2662466"/>
              <a:ext cx="577357" cy="373117"/>
            </a:xfrm>
            <a:custGeom>
              <a:avLst/>
              <a:gdLst/>
              <a:ahLst/>
              <a:cxnLst/>
              <a:rect l="l" t="t" r="r" b="b"/>
              <a:pathLst>
                <a:path w="18041" h="11659" extrusionOk="0">
                  <a:moveTo>
                    <a:pt x="37" y="11659"/>
                  </a:moveTo>
                  <a:lnTo>
                    <a:pt x="18041" y="11659"/>
                  </a:lnTo>
                  <a:lnTo>
                    <a:pt x="18041" y="361"/>
                  </a:lnTo>
                  <a:lnTo>
                    <a:pt x="0" y="1"/>
                  </a:lnTo>
                  <a:lnTo>
                    <a:pt x="0" y="11659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1060;p18">
              <a:extLst>
                <a:ext uri="{FF2B5EF4-FFF2-40B4-BE49-F238E27FC236}">
                  <a16:creationId xmlns:a16="http://schemas.microsoft.com/office/drawing/2014/main" id="{5EE2579B-1D69-D1D6-6B1F-25087B9BF423}"/>
                </a:ext>
              </a:extLst>
            </p:cNvPr>
            <p:cNvSpPr/>
            <p:nvPr userDrawn="1"/>
          </p:nvSpPr>
          <p:spPr>
            <a:xfrm>
              <a:off x="-48" y="2541304"/>
              <a:ext cx="9139882" cy="2158953"/>
            </a:xfrm>
            <a:custGeom>
              <a:avLst/>
              <a:gdLst/>
              <a:ahLst/>
              <a:cxnLst/>
              <a:rect l="l" t="t" r="r" b="b"/>
              <a:pathLst>
                <a:path w="285599" h="67462" extrusionOk="0">
                  <a:moveTo>
                    <a:pt x="278203" y="2612"/>
                  </a:moveTo>
                  <a:lnTo>
                    <a:pt x="276427" y="3160"/>
                  </a:lnTo>
                  <a:cubicBezTo>
                    <a:pt x="272274" y="4414"/>
                    <a:pt x="266681" y="5928"/>
                    <a:pt x="259567" y="7480"/>
                  </a:cubicBezTo>
                  <a:lnTo>
                    <a:pt x="257937" y="7835"/>
                  </a:lnTo>
                  <a:cubicBezTo>
                    <a:pt x="252918" y="8900"/>
                    <a:pt x="247188" y="9976"/>
                    <a:pt x="240732" y="10995"/>
                  </a:cubicBezTo>
                  <a:lnTo>
                    <a:pt x="239374" y="11209"/>
                  </a:lnTo>
                  <a:cubicBezTo>
                    <a:pt x="234856" y="11909"/>
                    <a:pt x="229983" y="12572"/>
                    <a:pt x="224750" y="13194"/>
                  </a:cubicBezTo>
                  <a:lnTo>
                    <a:pt x="223397" y="13350"/>
                  </a:lnTo>
                  <a:cubicBezTo>
                    <a:pt x="219062" y="13846"/>
                    <a:pt x="214486" y="14306"/>
                    <a:pt x="209670" y="14724"/>
                  </a:cubicBezTo>
                  <a:lnTo>
                    <a:pt x="208312" y="14834"/>
                  </a:lnTo>
                  <a:cubicBezTo>
                    <a:pt x="204270" y="15173"/>
                    <a:pt x="200065" y="15471"/>
                    <a:pt x="195688" y="15727"/>
                  </a:cubicBezTo>
                  <a:lnTo>
                    <a:pt x="194247" y="15810"/>
                  </a:lnTo>
                  <a:cubicBezTo>
                    <a:pt x="190721" y="16009"/>
                    <a:pt x="187091" y="16186"/>
                    <a:pt x="183351" y="16322"/>
                  </a:cubicBezTo>
                  <a:lnTo>
                    <a:pt x="181910" y="16374"/>
                  </a:lnTo>
                  <a:cubicBezTo>
                    <a:pt x="176342" y="16568"/>
                    <a:pt x="170529" y="16693"/>
                    <a:pt x="164475" y="16745"/>
                  </a:cubicBezTo>
                  <a:lnTo>
                    <a:pt x="163034" y="16745"/>
                  </a:lnTo>
                  <a:cubicBezTo>
                    <a:pt x="156902" y="16787"/>
                    <a:pt x="150529" y="16735"/>
                    <a:pt x="143901" y="16594"/>
                  </a:cubicBezTo>
                  <a:lnTo>
                    <a:pt x="142799" y="16578"/>
                  </a:lnTo>
                  <a:lnTo>
                    <a:pt x="142460" y="16578"/>
                  </a:lnTo>
                  <a:cubicBezTo>
                    <a:pt x="136197" y="16709"/>
                    <a:pt x="130159" y="16771"/>
                    <a:pt x="124341" y="16750"/>
                  </a:cubicBezTo>
                  <a:lnTo>
                    <a:pt x="122899" y="16750"/>
                  </a:lnTo>
                  <a:cubicBezTo>
                    <a:pt x="116741" y="16719"/>
                    <a:pt x="110829" y="16609"/>
                    <a:pt x="105167" y="16421"/>
                  </a:cubicBezTo>
                  <a:lnTo>
                    <a:pt x="103725" y="16374"/>
                  </a:lnTo>
                  <a:cubicBezTo>
                    <a:pt x="100184" y="16249"/>
                    <a:pt x="96742" y="16098"/>
                    <a:pt x="93394" y="15915"/>
                  </a:cubicBezTo>
                  <a:lnTo>
                    <a:pt x="91947" y="15836"/>
                  </a:lnTo>
                  <a:cubicBezTo>
                    <a:pt x="87450" y="15591"/>
                    <a:pt x="83120" y="15298"/>
                    <a:pt x="78963" y="14964"/>
                  </a:cubicBezTo>
                  <a:lnTo>
                    <a:pt x="77605" y="14855"/>
                  </a:lnTo>
                  <a:cubicBezTo>
                    <a:pt x="72794" y="14463"/>
                    <a:pt x="68214" y="14019"/>
                    <a:pt x="63873" y="13533"/>
                  </a:cubicBezTo>
                  <a:lnTo>
                    <a:pt x="62515" y="13382"/>
                  </a:lnTo>
                  <a:cubicBezTo>
                    <a:pt x="57292" y="12781"/>
                    <a:pt x="52414" y="12139"/>
                    <a:pt x="47885" y="11449"/>
                  </a:cubicBezTo>
                  <a:lnTo>
                    <a:pt x="46533" y="11251"/>
                  </a:lnTo>
                  <a:cubicBezTo>
                    <a:pt x="41226" y="10431"/>
                    <a:pt x="36379" y="9579"/>
                    <a:pt x="32012" y="8717"/>
                  </a:cubicBezTo>
                  <a:lnTo>
                    <a:pt x="30388" y="8388"/>
                  </a:lnTo>
                  <a:cubicBezTo>
                    <a:pt x="23274" y="6947"/>
                    <a:pt x="17461" y="5505"/>
                    <a:pt x="12896" y="4231"/>
                  </a:cubicBezTo>
                  <a:lnTo>
                    <a:pt x="11115" y="3729"/>
                  </a:lnTo>
                  <a:cubicBezTo>
                    <a:pt x="3609" y="1567"/>
                    <a:pt x="0" y="0"/>
                    <a:pt x="0" y="0"/>
                  </a:cubicBezTo>
                  <a:lnTo>
                    <a:pt x="0" y="67461"/>
                  </a:lnTo>
                  <a:lnTo>
                    <a:pt x="285599" y="67461"/>
                  </a:lnTo>
                  <a:lnTo>
                    <a:pt x="285599" y="0"/>
                  </a:lnTo>
                  <a:cubicBezTo>
                    <a:pt x="285599" y="0"/>
                    <a:pt x="283191" y="1045"/>
                    <a:pt x="278203" y="261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1061;p18">
              <a:extLst>
                <a:ext uri="{FF2B5EF4-FFF2-40B4-BE49-F238E27FC236}">
                  <a16:creationId xmlns:a16="http://schemas.microsoft.com/office/drawing/2014/main" id="{17F22B5A-7490-D22C-14C4-04A7B6B2328D}"/>
                </a:ext>
              </a:extLst>
            </p:cNvPr>
            <p:cNvSpPr/>
            <p:nvPr userDrawn="1"/>
          </p:nvSpPr>
          <p:spPr>
            <a:xfrm>
              <a:off x="-48" y="3745782"/>
              <a:ext cx="9141386" cy="330170"/>
            </a:xfrm>
            <a:custGeom>
              <a:avLst/>
              <a:gdLst/>
              <a:ahLst/>
              <a:cxnLst/>
              <a:rect l="l" t="t" r="r" b="b"/>
              <a:pathLst>
                <a:path w="285646" h="10317" extrusionOk="0">
                  <a:moveTo>
                    <a:pt x="0" y="1"/>
                  </a:moveTo>
                  <a:lnTo>
                    <a:pt x="0" y="2006"/>
                  </a:lnTo>
                  <a:cubicBezTo>
                    <a:pt x="28993" y="9371"/>
                    <a:pt x="76022" y="10316"/>
                    <a:pt x="76022" y="10316"/>
                  </a:cubicBezTo>
                  <a:lnTo>
                    <a:pt x="209623" y="10316"/>
                  </a:lnTo>
                  <a:cubicBezTo>
                    <a:pt x="209623" y="10316"/>
                    <a:pt x="256642" y="9371"/>
                    <a:pt x="285646" y="2006"/>
                  </a:cubicBezTo>
                  <a:lnTo>
                    <a:pt x="285646" y="1"/>
                  </a:lnTo>
                  <a:cubicBezTo>
                    <a:pt x="256642" y="7365"/>
                    <a:pt x="209623" y="8770"/>
                    <a:pt x="209623" y="8770"/>
                  </a:cubicBezTo>
                  <a:lnTo>
                    <a:pt x="76022" y="8770"/>
                  </a:lnTo>
                  <a:cubicBezTo>
                    <a:pt x="76022" y="8770"/>
                    <a:pt x="28993" y="7365"/>
                    <a:pt x="0" y="1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1062;p18">
              <a:extLst>
                <a:ext uri="{FF2B5EF4-FFF2-40B4-BE49-F238E27FC236}">
                  <a16:creationId xmlns:a16="http://schemas.microsoft.com/office/drawing/2014/main" id="{E94B1A81-3FC5-816A-7424-7F7B36C661AE}"/>
                </a:ext>
              </a:extLst>
            </p:cNvPr>
            <p:cNvSpPr/>
            <p:nvPr userDrawn="1"/>
          </p:nvSpPr>
          <p:spPr>
            <a:xfrm>
              <a:off x="-48" y="3910947"/>
              <a:ext cx="9141386" cy="330138"/>
            </a:xfrm>
            <a:custGeom>
              <a:avLst/>
              <a:gdLst/>
              <a:ahLst/>
              <a:cxnLst/>
              <a:rect l="l" t="t" r="r" b="b"/>
              <a:pathLst>
                <a:path w="285646" h="10316" extrusionOk="0">
                  <a:moveTo>
                    <a:pt x="0" y="0"/>
                  </a:moveTo>
                  <a:lnTo>
                    <a:pt x="0" y="2000"/>
                  </a:lnTo>
                  <a:cubicBezTo>
                    <a:pt x="28993" y="9365"/>
                    <a:pt x="76022" y="10316"/>
                    <a:pt x="76022" y="10316"/>
                  </a:cubicBezTo>
                  <a:lnTo>
                    <a:pt x="209623" y="10316"/>
                  </a:lnTo>
                  <a:cubicBezTo>
                    <a:pt x="209623" y="10316"/>
                    <a:pt x="256642" y="9365"/>
                    <a:pt x="285646" y="2000"/>
                  </a:cubicBezTo>
                  <a:lnTo>
                    <a:pt x="285646" y="0"/>
                  </a:lnTo>
                  <a:cubicBezTo>
                    <a:pt x="256642" y="7365"/>
                    <a:pt x="209623" y="8764"/>
                    <a:pt x="209623" y="8764"/>
                  </a:cubicBezTo>
                  <a:lnTo>
                    <a:pt x="76022" y="8764"/>
                  </a:lnTo>
                  <a:cubicBezTo>
                    <a:pt x="76022" y="8764"/>
                    <a:pt x="28993" y="7365"/>
                    <a:pt x="0" y="0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Google Shape;1063;p18">
              <a:extLst>
                <a:ext uri="{FF2B5EF4-FFF2-40B4-BE49-F238E27FC236}">
                  <a16:creationId xmlns:a16="http://schemas.microsoft.com/office/drawing/2014/main" id="{7A1F22C7-8B25-CC9B-ABA9-38526F3EAED5}"/>
                </a:ext>
              </a:extLst>
            </p:cNvPr>
            <p:cNvSpPr/>
            <p:nvPr userDrawn="1"/>
          </p:nvSpPr>
          <p:spPr>
            <a:xfrm>
              <a:off x="-48" y="4075920"/>
              <a:ext cx="9141386" cy="330138"/>
            </a:xfrm>
            <a:custGeom>
              <a:avLst/>
              <a:gdLst/>
              <a:ahLst/>
              <a:cxnLst/>
              <a:rect l="l" t="t" r="r" b="b"/>
              <a:pathLst>
                <a:path w="285646" h="10316" extrusionOk="0">
                  <a:moveTo>
                    <a:pt x="0" y="0"/>
                  </a:moveTo>
                  <a:lnTo>
                    <a:pt x="0" y="2006"/>
                  </a:lnTo>
                  <a:cubicBezTo>
                    <a:pt x="28993" y="9370"/>
                    <a:pt x="76022" y="10316"/>
                    <a:pt x="76022" y="10316"/>
                  </a:cubicBezTo>
                  <a:lnTo>
                    <a:pt x="209623" y="10316"/>
                  </a:lnTo>
                  <a:cubicBezTo>
                    <a:pt x="209623" y="10316"/>
                    <a:pt x="256642" y="9370"/>
                    <a:pt x="285646" y="2006"/>
                  </a:cubicBezTo>
                  <a:lnTo>
                    <a:pt x="285646" y="0"/>
                  </a:lnTo>
                  <a:cubicBezTo>
                    <a:pt x="256642" y="7365"/>
                    <a:pt x="209623" y="8770"/>
                    <a:pt x="209623" y="8770"/>
                  </a:cubicBezTo>
                  <a:lnTo>
                    <a:pt x="76022" y="8770"/>
                  </a:lnTo>
                  <a:cubicBezTo>
                    <a:pt x="76022" y="8770"/>
                    <a:pt x="28993" y="7365"/>
                    <a:pt x="0" y="0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Google Shape;1064;p18">
              <a:extLst>
                <a:ext uri="{FF2B5EF4-FFF2-40B4-BE49-F238E27FC236}">
                  <a16:creationId xmlns:a16="http://schemas.microsoft.com/office/drawing/2014/main" id="{260C36CD-F3D9-DBD3-39C8-5095874573AD}"/>
                </a:ext>
              </a:extLst>
            </p:cNvPr>
            <p:cNvSpPr/>
            <p:nvPr userDrawn="1"/>
          </p:nvSpPr>
          <p:spPr>
            <a:xfrm>
              <a:off x="-48" y="4305922"/>
              <a:ext cx="9139882" cy="251412"/>
            </a:xfrm>
            <a:custGeom>
              <a:avLst/>
              <a:gdLst/>
              <a:ahLst/>
              <a:cxnLst/>
              <a:rect l="l" t="t" r="r" b="b"/>
              <a:pathLst>
                <a:path w="285599" h="7856" extrusionOk="0">
                  <a:moveTo>
                    <a:pt x="285599" y="0"/>
                  </a:moveTo>
                  <a:cubicBezTo>
                    <a:pt x="278422" y="1823"/>
                    <a:pt x="270138" y="2142"/>
                    <a:pt x="261734" y="3301"/>
                  </a:cubicBezTo>
                  <a:cubicBezTo>
                    <a:pt x="243685" y="5798"/>
                    <a:pt x="225090" y="6163"/>
                    <a:pt x="215746" y="6163"/>
                  </a:cubicBezTo>
                  <a:cubicBezTo>
                    <a:pt x="211875" y="6163"/>
                    <a:pt x="209592" y="6101"/>
                    <a:pt x="209592" y="6101"/>
                  </a:cubicBezTo>
                  <a:lnTo>
                    <a:pt x="76012" y="6101"/>
                  </a:lnTo>
                  <a:cubicBezTo>
                    <a:pt x="76012" y="6101"/>
                    <a:pt x="72884" y="6208"/>
                    <a:pt x="67745" y="6208"/>
                  </a:cubicBezTo>
                  <a:cubicBezTo>
                    <a:pt x="57830" y="6208"/>
                    <a:pt x="40426" y="5807"/>
                    <a:pt x="23546" y="3458"/>
                  </a:cubicBezTo>
                  <a:cubicBezTo>
                    <a:pt x="15251" y="2309"/>
                    <a:pt x="7093" y="2210"/>
                    <a:pt x="0" y="408"/>
                  </a:cubicBezTo>
                  <a:lnTo>
                    <a:pt x="0" y="2413"/>
                  </a:lnTo>
                  <a:cubicBezTo>
                    <a:pt x="7239" y="4247"/>
                    <a:pt x="15596" y="4346"/>
                    <a:pt x="24073" y="5469"/>
                  </a:cubicBezTo>
                  <a:cubicBezTo>
                    <a:pt x="39000" y="7447"/>
                    <a:pt x="54274" y="7856"/>
                    <a:pt x="64359" y="7856"/>
                  </a:cubicBezTo>
                  <a:cubicBezTo>
                    <a:pt x="71478" y="7856"/>
                    <a:pt x="76012" y="7652"/>
                    <a:pt x="76012" y="7652"/>
                  </a:cubicBezTo>
                  <a:lnTo>
                    <a:pt x="209592" y="7652"/>
                  </a:lnTo>
                  <a:cubicBezTo>
                    <a:pt x="209592" y="7652"/>
                    <a:pt x="213237" y="7790"/>
                    <a:pt x="219123" y="7790"/>
                  </a:cubicBezTo>
                  <a:cubicBezTo>
                    <a:pt x="229037" y="7790"/>
                    <a:pt x="245309" y="7399"/>
                    <a:pt x="261233" y="5302"/>
                  </a:cubicBezTo>
                  <a:cubicBezTo>
                    <a:pt x="269804" y="4173"/>
                    <a:pt x="278281" y="3865"/>
                    <a:pt x="285599" y="2006"/>
                  </a:cubicBezTo>
                  <a:lnTo>
                    <a:pt x="285599" y="0"/>
                  </a:ln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Google Shape;1065;p18">
              <a:extLst>
                <a:ext uri="{FF2B5EF4-FFF2-40B4-BE49-F238E27FC236}">
                  <a16:creationId xmlns:a16="http://schemas.microsoft.com/office/drawing/2014/main" id="{8358419F-4FFD-8C82-1462-DD933BCC890B}"/>
                </a:ext>
              </a:extLst>
            </p:cNvPr>
            <p:cNvSpPr/>
            <p:nvPr userDrawn="1"/>
          </p:nvSpPr>
          <p:spPr>
            <a:xfrm>
              <a:off x="-48" y="3248495"/>
              <a:ext cx="9141386" cy="425121"/>
            </a:xfrm>
            <a:custGeom>
              <a:avLst/>
              <a:gdLst/>
              <a:ahLst/>
              <a:cxnLst/>
              <a:rect l="l" t="t" r="r" b="b"/>
              <a:pathLst>
                <a:path w="285646" h="13284" extrusionOk="0">
                  <a:moveTo>
                    <a:pt x="285646" y="1"/>
                  </a:moveTo>
                  <a:cubicBezTo>
                    <a:pt x="282000" y="925"/>
                    <a:pt x="278062" y="2545"/>
                    <a:pt x="273967" y="3349"/>
                  </a:cubicBezTo>
                  <a:cubicBezTo>
                    <a:pt x="245381" y="8912"/>
                    <a:pt x="208762" y="11450"/>
                    <a:pt x="208762" y="11450"/>
                  </a:cubicBezTo>
                  <a:lnTo>
                    <a:pt x="181899" y="12458"/>
                  </a:lnTo>
                  <a:lnTo>
                    <a:pt x="100069" y="12035"/>
                  </a:lnTo>
                  <a:lnTo>
                    <a:pt x="75051" y="11340"/>
                  </a:lnTo>
                  <a:cubicBezTo>
                    <a:pt x="75051" y="11340"/>
                    <a:pt x="40056" y="9188"/>
                    <a:pt x="11867" y="3756"/>
                  </a:cubicBezTo>
                  <a:cubicBezTo>
                    <a:pt x="7720" y="2957"/>
                    <a:pt x="3724" y="1328"/>
                    <a:pt x="0" y="382"/>
                  </a:cubicBezTo>
                  <a:lnTo>
                    <a:pt x="0" y="1542"/>
                  </a:lnTo>
                  <a:cubicBezTo>
                    <a:pt x="3813" y="2508"/>
                    <a:pt x="7918" y="4153"/>
                    <a:pt x="12175" y="4958"/>
                  </a:cubicBezTo>
                  <a:cubicBezTo>
                    <a:pt x="40312" y="10280"/>
                    <a:pt x="75051" y="12165"/>
                    <a:pt x="75051" y="12165"/>
                  </a:cubicBezTo>
                  <a:lnTo>
                    <a:pt x="100174" y="12855"/>
                  </a:lnTo>
                  <a:lnTo>
                    <a:pt x="181790" y="13283"/>
                  </a:lnTo>
                  <a:lnTo>
                    <a:pt x="208762" y="12275"/>
                  </a:lnTo>
                  <a:cubicBezTo>
                    <a:pt x="208762" y="12275"/>
                    <a:pt x="245114" y="10008"/>
                    <a:pt x="273643" y="4555"/>
                  </a:cubicBezTo>
                  <a:cubicBezTo>
                    <a:pt x="277863" y="3756"/>
                    <a:pt x="281911" y="2116"/>
                    <a:pt x="285646" y="1171"/>
                  </a:cubicBezTo>
                  <a:lnTo>
                    <a:pt x="285646" y="1"/>
                  </a:ln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Google Shape;1066;p18">
              <a:extLst>
                <a:ext uri="{FF2B5EF4-FFF2-40B4-BE49-F238E27FC236}">
                  <a16:creationId xmlns:a16="http://schemas.microsoft.com/office/drawing/2014/main" id="{09E25E6B-66FA-FE2C-359F-FB1B774601BF}"/>
                </a:ext>
              </a:extLst>
            </p:cNvPr>
            <p:cNvSpPr/>
            <p:nvPr userDrawn="1"/>
          </p:nvSpPr>
          <p:spPr>
            <a:xfrm>
              <a:off x="-48" y="2588924"/>
              <a:ext cx="9139882" cy="569036"/>
            </a:xfrm>
            <a:custGeom>
              <a:avLst/>
              <a:gdLst/>
              <a:ahLst/>
              <a:cxnLst/>
              <a:rect l="l" t="t" r="r" b="b"/>
              <a:pathLst>
                <a:path w="285599" h="17781" extrusionOk="0">
                  <a:moveTo>
                    <a:pt x="0" y="1"/>
                  </a:moveTo>
                  <a:lnTo>
                    <a:pt x="0" y="1019"/>
                  </a:lnTo>
                  <a:cubicBezTo>
                    <a:pt x="0" y="1019"/>
                    <a:pt x="3609" y="2581"/>
                    <a:pt x="11115" y="4748"/>
                  </a:cubicBezTo>
                  <a:lnTo>
                    <a:pt x="12896" y="5255"/>
                  </a:lnTo>
                  <a:cubicBezTo>
                    <a:pt x="17461" y="6530"/>
                    <a:pt x="23274" y="7971"/>
                    <a:pt x="30388" y="9407"/>
                  </a:cubicBezTo>
                  <a:lnTo>
                    <a:pt x="32012" y="9742"/>
                  </a:lnTo>
                  <a:cubicBezTo>
                    <a:pt x="36379" y="10598"/>
                    <a:pt x="41226" y="11460"/>
                    <a:pt x="46533" y="12275"/>
                  </a:cubicBezTo>
                  <a:lnTo>
                    <a:pt x="47885" y="12479"/>
                  </a:lnTo>
                  <a:cubicBezTo>
                    <a:pt x="52419" y="13158"/>
                    <a:pt x="57292" y="13810"/>
                    <a:pt x="62515" y="14401"/>
                  </a:cubicBezTo>
                  <a:lnTo>
                    <a:pt x="63873" y="14552"/>
                  </a:lnTo>
                  <a:cubicBezTo>
                    <a:pt x="68214" y="15033"/>
                    <a:pt x="72794" y="15477"/>
                    <a:pt x="77605" y="15879"/>
                  </a:cubicBezTo>
                  <a:lnTo>
                    <a:pt x="78963" y="15989"/>
                  </a:lnTo>
                  <a:cubicBezTo>
                    <a:pt x="83120" y="16318"/>
                    <a:pt x="87450" y="16605"/>
                    <a:pt x="91947" y="16866"/>
                  </a:cubicBezTo>
                  <a:lnTo>
                    <a:pt x="93394" y="16944"/>
                  </a:lnTo>
                  <a:cubicBezTo>
                    <a:pt x="96742" y="17122"/>
                    <a:pt x="100184" y="17268"/>
                    <a:pt x="103725" y="17394"/>
                  </a:cubicBezTo>
                  <a:lnTo>
                    <a:pt x="105167" y="17441"/>
                  </a:lnTo>
                  <a:cubicBezTo>
                    <a:pt x="110829" y="17629"/>
                    <a:pt x="116741" y="17738"/>
                    <a:pt x="122899" y="17770"/>
                  </a:cubicBezTo>
                  <a:lnTo>
                    <a:pt x="124341" y="17770"/>
                  </a:lnTo>
                  <a:cubicBezTo>
                    <a:pt x="125250" y="17774"/>
                    <a:pt x="126165" y="17776"/>
                    <a:pt x="127084" y="17776"/>
                  </a:cubicBezTo>
                  <a:cubicBezTo>
                    <a:pt x="132052" y="17776"/>
                    <a:pt x="137176" y="17716"/>
                    <a:pt x="142460" y="17597"/>
                  </a:cubicBezTo>
                  <a:lnTo>
                    <a:pt x="142799" y="17597"/>
                  </a:lnTo>
                  <a:lnTo>
                    <a:pt x="143901" y="17613"/>
                  </a:lnTo>
                  <a:cubicBezTo>
                    <a:pt x="149165" y="17725"/>
                    <a:pt x="154267" y="17781"/>
                    <a:pt x="159215" y="17781"/>
                  </a:cubicBezTo>
                  <a:cubicBezTo>
                    <a:pt x="160498" y="17781"/>
                    <a:pt x="161771" y="17777"/>
                    <a:pt x="163034" y="17770"/>
                  </a:cubicBezTo>
                  <a:lnTo>
                    <a:pt x="164475" y="17770"/>
                  </a:lnTo>
                  <a:cubicBezTo>
                    <a:pt x="170529" y="17717"/>
                    <a:pt x="176342" y="17597"/>
                    <a:pt x="181910" y="17399"/>
                  </a:cubicBezTo>
                  <a:lnTo>
                    <a:pt x="183351" y="17347"/>
                  </a:lnTo>
                  <a:cubicBezTo>
                    <a:pt x="187091" y="17205"/>
                    <a:pt x="190721" y="17033"/>
                    <a:pt x="194247" y="16829"/>
                  </a:cubicBezTo>
                  <a:lnTo>
                    <a:pt x="195688" y="16751"/>
                  </a:lnTo>
                  <a:cubicBezTo>
                    <a:pt x="200065" y="16485"/>
                    <a:pt x="204270" y="16187"/>
                    <a:pt x="208312" y="15858"/>
                  </a:cubicBezTo>
                  <a:lnTo>
                    <a:pt x="209670" y="15748"/>
                  </a:lnTo>
                  <a:cubicBezTo>
                    <a:pt x="214486" y="15330"/>
                    <a:pt x="219062" y="14871"/>
                    <a:pt x="223397" y="14369"/>
                  </a:cubicBezTo>
                  <a:lnTo>
                    <a:pt x="224750" y="14213"/>
                  </a:lnTo>
                  <a:cubicBezTo>
                    <a:pt x="229978" y="13596"/>
                    <a:pt x="234856" y="12928"/>
                    <a:pt x="239374" y="12228"/>
                  </a:cubicBezTo>
                  <a:lnTo>
                    <a:pt x="240732" y="12019"/>
                  </a:lnTo>
                  <a:cubicBezTo>
                    <a:pt x="247188" y="10995"/>
                    <a:pt x="252918" y="9914"/>
                    <a:pt x="257937" y="8854"/>
                  </a:cubicBezTo>
                  <a:lnTo>
                    <a:pt x="259567" y="8499"/>
                  </a:lnTo>
                  <a:cubicBezTo>
                    <a:pt x="266681" y="6947"/>
                    <a:pt x="272274" y="5438"/>
                    <a:pt x="276427" y="4184"/>
                  </a:cubicBezTo>
                  <a:lnTo>
                    <a:pt x="278203" y="3636"/>
                  </a:lnTo>
                  <a:cubicBezTo>
                    <a:pt x="283191" y="2069"/>
                    <a:pt x="285599" y="1024"/>
                    <a:pt x="285599" y="1024"/>
                  </a:cubicBezTo>
                  <a:lnTo>
                    <a:pt x="285599" y="6"/>
                  </a:lnTo>
                  <a:cubicBezTo>
                    <a:pt x="285599" y="6"/>
                    <a:pt x="283191" y="1050"/>
                    <a:pt x="278203" y="2617"/>
                  </a:cubicBezTo>
                  <a:lnTo>
                    <a:pt x="276427" y="3166"/>
                  </a:lnTo>
                  <a:cubicBezTo>
                    <a:pt x="272274" y="4419"/>
                    <a:pt x="266681" y="5934"/>
                    <a:pt x="259567" y="7485"/>
                  </a:cubicBezTo>
                  <a:lnTo>
                    <a:pt x="257937" y="7835"/>
                  </a:lnTo>
                  <a:cubicBezTo>
                    <a:pt x="252918" y="8906"/>
                    <a:pt x="247188" y="9982"/>
                    <a:pt x="240732" y="11000"/>
                  </a:cubicBezTo>
                  <a:lnTo>
                    <a:pt x="239374" y="11215"/>
                  </a:lnTo>
                  <a:cubicBezTo>
                    <a:pt x="234856" y="11920"/>
                    <a:pt x="229983" y="12583"/>
                    <a:pt x="224750" y="13199"/>
                  </a:cubicBezTo>
                  <a:lnTo>
                    <a:pt x="223397" y="13356"/>
                  </a:lnTo>
                  <a:cubicBezTo>
                    <a:pt x="219062" y="13857"/>
                    <a:pt x="214486" y="14317"/>
                    <a:pt x="209670" y="14730"/>
                  </a:cubicBezTo>
                  <a:lnTo>
                    <a:pt x="208312" y="14839"/>
                  </a:lnTo>
                  <a:cubicBezTo>
                    <a:pt x="204270" y="15184"/>
                    <a:pt x="200065" y="15482"/>
                    <a:pt x="195688" y="15733"/>
                  </a:cubicBezTo>
                  <a:lnTo>
                    <a:pt x="194247" y="15821"/>
                  </a:lnTo>
                  <a:cubicBezTo>
                    <a:pt x="190721" y="16015"/>
                    <a:pt x="187091" y="16187"/>
                    <a:pt x="183351" y="16328"/>
                  </a:cubicBezTo>
                  <a:lnTo>
                    <a:pt x="181910" y="16380"/>
                  </a:lnTo>
                  <a:cubicBezTo>
                    <a:pt x="176342" y="16584"/>
                    <a:pt x="170529" y="16709"/>
                    <a:pt x="164475" y="16751"/>
                  </a:cubicBezTo>
                  <a:lnTo>
                    <a:pt x="163034" y="16751"/>
                  </a:lnTo>
                  <a:cubicBezTo>
                    <a:pt x="161564" y="16762"/>
                    <a:pt x="160080" y="16768"/>
                    <a:pt x="158581" y="16768"/>
                  </a:cubicBezTo>
                  <a:cubicBezTo>
                    <a:pt x="153833" y="16768"/>
                    <a:pt x="148940" y="16712"/>
                    <a:pt x="143901" y="16605"/>
                  </a:cubicBezTo>
                  <a:lnTo>
                    <a:pt x="142799" y="16584"/>
                  </a:lnTo>
                  <a:lnTo>
                    <a:pt x="142460" y="16584"/>
                  </a:lnTo>
                  <a:cubicBezTo>
                    <a:pt x="136866" y="16705"/>
                    <a:pt x="131451" y="16764"/>
                    <a:pt x="126212" y="16764"/>
                  </a:cubicBezTo>
                  <a:cubicBezTo>
                    <a:pt x="125585" y="16764"/>
                    <a:pt x="124962" y="16763"/>
                    <a:pt x="124341" y="16762"/>
                  </a:cubicBezTo>
                  <a:lnTo>
                    <a:pt x="122899" y="16762"/>
                  </a:lnTo>
                  <a:cubicBezTo>
                    <a:pt x="116746" y="16720"/>
                    <a:pt x="110834" y="16610"/>
                    <a:pt x="105167" y="16427"/>
                  </a:cubicBezTo>
                  <a:lnTo>
                    <a:pt x="103725" y="16375"/>
                  </a:lnTo>
                  <a:cubicBezTo>
                    <a:pt x="100179" y="16250"/>
                    <a:pt x="96737" y="16103"/>
                    <a:pt x="93394" y="15926"/>
                  </a:cubicBezTo>
                  <a:lnTo>
                    <a:pt x="91947" y="15847"/>
                  </a:lnTo>
                  <a:cubicBezTo>
                    <a:pt x="87440" y="15592"/>
                    <a:pt x="83110" y="15299"/>
                    <a:pt x="78957" y="14970"/>
                  </a:cubicBezTo>
                  <a:lnTo>
                    <a:pt x="77599" y="14860"/>
                  </a:lnTo>
                  <a:cubicBezTo>
                    <a:pt x="72794" y="14463"/>
                    <a:pt x="68214" y="14025"/>
                    <a:pt x="63873" y="13539"/>
                  </a:cubicBezTo>
                  <a:lnTo>
                    <a:pt x="62515" y="13393"/>
                  </a:lnTo>
                  <a:cubicBezTo>
                    <a:pt x="57297" y="12792"/>
                    <a:pt x="52424" y="12144"/>
                    <a:pt x="47885" y="11460"/>
                  </a:cubicBezTo>
                  <a:lnTo>
                    <a:pt x="46533" y="11256"/>
                  </a:lnTo>
                  <a:cubicBezTo>
                    <a:pt x="41226" y="10442"/>
                    <a:pt x="36379" y="9585"/>
                    <a:pt x="32012" y="8723"/>
                  </a:cubicBezTo>
                  <a:lnTo>
                    <a:pt x="30388" y="8394"/>
                  </a:lnTo>
                  <a:cubicBezTo>
                    <a:pt x="23274" y="6953"/>
                    <a:pt x="17456" y="5511"/>
                    <a:pt x="12896" y="4237"/>
                  </a:cubicBezTo>
                  <a:lnTo>
                    <a:pt x="11115" y="3735"/>
                  </a:lnTo>
                  <a:cubicBezTo>
                    <a:pt x="3609" y="156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1067;p18">
              <a:extLst>
                <a:ext uri="{FF2B5EF4-FFF2-40B4-BE49-F238E27FC236}">
                  <a16:creationId xmlns:a16="http://schemas.microsoft.com/office/drawing/2014/main" id="{73B23D2F-53BB-14E3-ED63-56481D6E9444}"/>
                </a:ext>
              </a:extLst>
            </p:cNvPr>
            <p:cNvSpPr/>
            <p:nvPr userDrawn="1"/>
          </p:nvSpPr>
          <p:spPr>
            <a:xfrm>
              <a:off x="4113" y="2717638"/>
              <a:ext cx="9139914" cy="569452"/>
            </a:xfrm>
            <a:custGeom>
              <a:avLst/>
              <a:gdLst/>
              <a:ahLst/>
              <a:cxnLst/>
              <a:rect l="l" t="t" r="r" b="b"/>
              <a:pathLst>
                <a:path w="285600" h="17794" extrusionOk="0">
                  <a:moveTo>
                    <a:pt x="1" y="0"/>
                  </a:moveTo>
                  <a:lnTo>
                    <a:pt x="1" y="1019"/>
                  </a:lnTo>
                  <a:cubicBezTo>
                    <a:pt x="1" y="1019"/>
                    <a:pt x="3610" y="2581"/>
                    <a:pt x="11105" y="4759"/>
                  </a:cubicBezTo>
                  <a:lnTo>
                    <a:pt x="12891" y="5260"/>
                  </a:lnTo>
                  <a:cubicBezTo>
                    <a:pt x="17461" y="6534"/>
                    <a:pt x="23269" y="7976"/>
                    <a:pt x="30389" y="9423"/>
                  </a:cubicBezTo>
                  <a:cubicBezTo>
                    <a:pt x="30921" y="9533"/>
                    <a:pt x="31459" y="9642"/>
                    <a:pt x="32013" y="9747"/>
                  </a:cubicBezTo>
                  <a:cubicBezTo>
                    <a:pt x="36379" y="10608"/>
                    <a:pt x="41216" y="11465"/>
                    <a:pt x="46528" y="12280"/>
                  </a:cubicBezTo>
                  <a:lnTo>
                    <a:pt x="47875" y="12489"/>
                  </a:lnTo>
                  <a:cubicBezTo>
                    <a:pt x="52414" y="13173"/>
                    <a:pt x="57293" y="13815"/>
                    <a:pt x="62516" y="14416"/>
                  </a:cubicBezTo>
                  <a:lnTo>
                    <a:pt x="63869" y="14568"/>
                  </a:lnTo>
                  <a:cubicBezTo>
                    <a:pt x="68204" y="15053"/>
                    <a:pt x="72784" y="15492"/>
                    <a:pt x="77605" y="15889"/>
                  </a:cubicBezTo>
                  <a:lnTo>
                    <a:pt x="78963" y="16004"/>
                  </a:lnTo>
                  <a:cubicBezTo>
                    <a:pt x="83116" y="16333"/>
                    <a:pt x="87440" y="16620"/>
                    <a:pt x="91948" y="16871"/>
                  </a:cubicBezTo>
                  <a:lnTo>
                    <a:pt x="93389" y="16949"/>
                  </a:lnTo>
                  <a:cubicBezTo>
                    <a:pt x="96732" y="17127"/>
                    <a:pt x="100179" y="17278"/>
                    <a:pt x="103726" y="17404"/>
                  </a:cubicBezTo>
                  <a:lnTo>
                    <a:pt x="105167" y="17451"/>
                  </a:lnTo>
                  <a:cubicBezTo>
                    <a:pt x="110829" y="17644"/>
                    <a:pt x="116742" y="17754"/>
                    <a:pt x="122900" y="17785"/>
                  </a:cubicBezTo>
                  <a:lnTo>
                    <a:pt x="124341" y="17785"/>
                  </a:lnTo>
                  <a:cubicBezTo>
                    <a:pt x="124962" y="17787"/>
                    <a:pt x="125585" y="17788"/>
                    <a:pt x="126211" y="17788"/>
                  </a:cubicBezTo>
                  <a:cubicBezTo>
                    <a:pt x="131446" y="17788"/>
                    <a:pt x="136861" y="17729"/>
                    <a:pt x="142455" y="17607"/>
                  </a:cubicBezTo>
                  <a:lnTo>
                    <a:pt x="142800" y="17607"/>
                  </a:lnTo>
                  <a:lnTo>
                    <a:pt x="143897" y="17628"/>
                  </a:lnTo>
                  <a:cubicBezTo>
                    <a:pt x="149282" y="17739"/>
                    <a:pt x="154502" y="17794"/>
                    <a:pt x="159556" y="17794"/>
                  </a:cubicBezTo>
                  <a:cubicBezTo>
                    <a:pt x="160723" y="17794"/>
                    <a:pt x="161880" y="17791"/>
                    <a:pt x="163029" y="17785"/>
                  </a:cubicBezTo>
                  <a:lnTo>
                    <a:pt x="164476" y="17769"/>
                  </a:lnTo>
                  <a:cubicBezTo>
                    <a:pt x="170529" y="17722"/>
                    <a:pt x="176343" y="17602"/>
                    <a:pt x="181910" y="17404"/>
                  </a:cubicBezTo>
                  <a:lnTo>
                    <a:pt x="183347" y="17346"/>
                  </a:lnTo>
                  <a:cubicBezTo>
                    <a:pt x="187086" y="17210"/>
                    <a:pt x="190722" y="17033"/>
                    <a:pt x="194242" y="16840"/>
                  </a:cubicBezTo>
                  <a:lnTo>
                    <a:pt x="195684" y="16751"/>
                  </a:lnTo>
                  <a:cubicBezTo>
                    <a:pt x="200061" y="16495"/>
                    <a:pt x="204270" y="16197"/>
                    <a:pt x="208313" y="15863"/>
                  </a:cubicBezTo>
                  <a:lnTo>
                    <a:pt x="209661" y="15748"/>
                  </a:lnTo>
                  <a:cubicBezTo>
                    <a:pt x="214482" y="15330"/>
                    <a:pt x="219057" y="14871"/>
                    <a:pt x="223392" y="14374"/>
                  </a:cubicBezTo>
                  <a:lnTo>
                    <a:pt x="224750" y="14218"/>
                  </a:lnTo>
                  <a:cubicBezTo>
                    <a:pt x="229973" y="13596"/>
                    <a:pt x="234846" y="12933"/>
                    <a:pt x="239375" y="12233"/>
                  </a:cubicBezTo>
                  <a:lnTo>
                    <a:pt x="240728" y="12024"/>
                  </a:lnTo>
                  <a:cubicBezTo>
                    <a:pt x="247183" y="11000"/>
                    <a:pt x="252918" y="9924"/>
                    <a:pt x="257938" y="8859"/>
                  </a:cubicBezTo>
                  <a:lnTo>
                    <a:pt x="259562" y="8504"/>
                  </a:lnTo>
                  <a:cubicBezTo>
                    <a:pt x="266671" y="6952"/>
                    <a:pt x="272270" y="5438"/>
                    <a:pt x="276422" y="4184"/>
                  </a:cubicBezTo>
                  <a:cubicBezTo>
                    <a:pt x="277049" y="4001"/>
                    <a:pt x="277639" y="3813"/>
                    <a:pt x="278203" y="3641"/>
                  </a:cubicBezTo>
                  <a:cubicBezTo>
                    <a:pt x="283186" y="2074"/>
                    <a:pt x="285599" y="1029"/>
                    <a:pt x="285599" y="1029"/>
                  </a:cubicBezTo>
                  <a:lnTo>
                    <a:pt x="285599" y="11"/>
                  </a:lnTo>
                  <a:cubicBezTo>
                    <a:pt x="285599" y="11"/>
                    <a:pt x="283186" y="1055"/>
                    <a:pt x="278203" y="2622"/>
                  </a:cubicBezTo>
                  <a:lnTo>
                    <a:pt x="276422" y="3171"/>
                  </a:lnTo>
                  <a:cubicBezTo>
                    <a:pt x="272270" y="4424"/>
                    <a:pt x="266671" y="5934"/>
                    <a:pt x="259562" y="7490"/>
                  </a:cubicBezTo>
                  <a:lnTo>
                    <a:pt x="257938" y="7840"/>
                  </a:lnTo>
                  <a:cubicBezTo>
                    <a:pt x="252918" y="8911"/>
                    <a:pt x="247183" y="9987"/>
                    <a:pt x="240728" y="11005"/>
                  </a:cubicBezTo>
                  <a:lnTo>
                    <a:pt x="239375" y="11225"/>
                  </a:lnTo>
                  <a:cubicBezTo>
                    <a:pt x="234846" y="11930"/>
                    <a:pt x="229973" y="12588"/>
                    <a:pt x="224750" y="13199"/>
                  </a:cubicBezTo>
                  <a:lnTo>
                    <a:pt x="223392" y="13366"/>
                  </a:lnTo>
                  <a:cubicBezTo>
                    <a:pt x="219057" y="13862"/>
                    <a:pt x="214482" y="14322"/>
                    <a:pt x="209661" y="14735"/>
                  </a:cubicBezTo>
                  <a:lnTo>
                    <a:pt x="208313" y="14844"/>
                  </a:lnTo>
                  <a:cubicBezTo>
                    <a:pt x="204276" y="15179"/>
                    <a:pt x="200066" y="15482"/>
                    <a:pt x="195684" y="15743"/>
                  </a:cubicBezTo>
                  <a:lnTo>
                    <a:pt x="194242" y="15826"/>
                  </a:lnTo>
                  <a:cubicBezTo>
                    <a:pt x="190722" y="16020"/>
                    <a:pt x="187086" y="16192"/>
                    <a:pt x="183347" y="16333"/>
                  </a:cubicBezTo>
                  <a:lnTo>
                    <a:pt x="181910" y="16385"/>
                  </a:lnTo>
                  <a:cubicBezTo>
                    <a:pt x="176343" y="16589"/>
                    <a:pt x="170529" y="16714"/>
                    <a:pt x="164476" y="16761"/>
                  </a:cubicBezTo>
                  <a:lnTo>
                    <a:pt x="163029" y="16761"/>
                  </a:lnTo>
                  <a:cubicBezTo>
                    <a:pt x="161760" y="16769"/>
                    <a:pt x="160480" y="16773"/>
                    <a:pt x="159189" y="16773"/>
                  </a:cubicBezTo>
                  <a:cubicBezTo>
                    <a:pt x="154249" y="16773"/>
                    <a:pt x="149152" y="16717"/>
                    <a:pt x="143897" y="16610"/>
                  </a:cubicBezTo>
                  <a:lnTo>
                    <a:pt x="142800" y="16584"/>
                  </a:lnTo>
                  <a:lnTo>
                    <a:pt x="142455" y="16584"/>
                  </a:lnTo>
                  <a:cubicBezTo>
                    <a:pt x="136672" y="16709"/>
                    <a:pt x="131084" y="16768"/>
                    <a:pt x="125680" y="16768"/>
                  </a:cubicBezTo>
                  <a:cubicBezTo>
                    <a:pt x="125233" y="16768"/>
                    <a:pt x="124786" y="16767"/>
                    <a:pt x="124341" y="16767"/>
                  </a:cubicBezTo>
                  <a:lnTo>
                    <a:pt x="122900" y="16751"/>
                  </a:lnTo>
                  <a:cubicBezTo>
                    <a:pt x="116737" y="16720"/>
                    <a:pt x="110824" y="16610"/>
                    <a:pt x="105167" y="16427"/>
                  </a:cubicBezTo>
                  <a:lnTo>
                    <a:pt x="103726" y="16375"/>
                  </a:lnTo>
                  <a:cubicBezTo>
                    <a:pt x="100179" y="16249"/>
                    <a:pt x="96737" y="16098"/>
                    <a:pt x="93389" y="15920"/>
                  </a:cubicBezTo>
                  <a:lnTo>
                    <a:pt x="91948" y="15842"/>
                  </a:lnTo>
                  <a:cubicBezTo>
                    <a:pt x="87440" y="15597"/>
                    <a:pt x="83116" y="15304"/>
                    <a:pt x="78963" y="14970"/>
                  </a:cubicBezTo>
                  <a:lnTo>
                    <a:pt x="77605" y="14860"/>
                  </a:lnTo>
                  <a:cubicBezTo>
                    <a:pt x="72790" y="14458"/>
                    <a:pt x="68209" y="14014"/>
                    <a:pt x="63869" y="13533"/>
                  </a:cubicBezTo>
                  <a:lnTo>
                    <a:pt x="62516" y="13382"/>
                  </a:lnTo>
                  <a:cubicBezTo>
                    <a:pt x="57293" y="12787"/>
                    <a:pt x="52414" y="12134"/>
                    <a:pt x="47875" y="11455"/>
                  </a:cubicBezTo>
                  <a:lnTo>
                    <a:pt x="46523" y="11256"/>
                  </a:lnTo>
                  <a:cubicBezTo>
                    <a:pt x="41216" y="10436"/>
                    <a:pt x="36379" y="9585"/>
                    <a:pt x="32013" y="8723"/>
                  </a:cubicBezTo>
                  <a:lnTo>
                    <a:pt x="30389" y="8394"/>
                  </a:lnTo>
                  <a:cubicBezTo>
                    <a:pt x="23269" y="6952"/>
                    <a:pt x="17456" y="5511"/>
                    <a:pt x="12891" y="4236"/>
                  </a:cubicBezTo>
                  <a:lnTo>
                    <a:pt x="11105" y="3724"/>
                  </a:lnTo>
                  <a:cubicBezTo>
                    <a:pt x="3610" y="156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Google Shape;1068;p18">
              <a:extLst>
                <a:ext uri="{FF2B5EF4-FFF2-40B4-BE49-F238E27FC236}">
                  <a16:creationId xmlns:a16="http://schemas.microsoft.com/office/drawing/2014/main" id="{9287C836-654B-02FC-D5D5-E40A0A6D4D0F}"/>
                </a:ext>
              </a:extLst>
            </p:cNvPr>
            <p:cNvSpPr/>
            <p:nvPr userDrawn="1"/>
          </p:nvSpPr>
          <p:spPr>
            <a:xfrm>
              <a:off x="4113" y="2855217"/>
              <a:ext cx="9139914" cy="568780"/>
            </a:xfrm>
            <a:custGeom>
              <a:avLst/>
              <a:gdLst/>
              <a:ahLst/>
              <a:cxnLst/>
              <a:rect l="l" t="t" r="r" b="b"/>
              <a:pathLst>
                <a:path w="285600" h="17773" extrusionOk="0">
                  <a:moveTo>
                    <a:pt x="285599" y="0"/>
                  </a:moveTo>
                  <a:cubicBezTo>
                    <a:pt x="285599" y="0"/>
                    <a:pt x="283186" y="1045"/>
                    <a:pt x="278203" y="2612"/>
                  </a:cubicBezTo>
                  <a:cubicBezTo>
                    <a:pt x="277639" y="2789"/>
                    <a:pt x="277049" y="2972"/>
                    <a:pt x="276422" y="3155"/>
                  </a:cubicBezTo>
                  <a:cubicBezTo>
                    <a:pt x="272270" y="4408"/>
                    <a:pt x="266671" y="5923"/>
                    <a:pt x="259562" y="7479"/>
                  </a:cubicBezTo>
                  <a:lnTo>
                    <a:pt x="257938" y="7829"/>
                  </a:lnTo>
                  <a:cubicBezTo>
                    <a:pt x="252918" y="8895"/>
                    <a:pt x="247183" y="9971"/>
                    <a:pt x="240728" y="10995"/>
                  </a:cubicBezTo>
                  <a:lnTo>
                    <a:pt x="239375" y="11204"/>
                  </a:lnTo>
                  <a:cubicBezTo>
                    <a:pt x="234846" y="11909"/>
                    <a:pt x="229973" y="12572"/>
                    <a:pt x="224750" y="13188"/>
                  </a:cubicBezTo>
                  <a:lnTo>
                    <a:pt x="223392" y="13350"/>
                  </a:lnTo>
                  <a:cubicBezTo>
                    <a:pt x="219057" y="13852"/>
                    <a:pt x="214482" y="14311"/>
                    <a:pt x="209661" y="14719"/>
                  </a:cubicBezTo>
                  <a:lnTo>
                    <a:pt x="208313" y="14839"/>
                  </a:lnTo>
                  <a:cubicBezTo>
                    <a:pt x="204276" y="15173"/>
                    <a:pt x="200066" y="15471"/>
                    <a:pt x="195684" y="15732"/>
                  </a:cubicBezTo>
                  <a:lnTo>
                    <a:pt x="194242" y="15810"/>
                  </a:lnTo>
                  <a:cubicBezTo>
                    <a:pt x="190722" y="16014"/>
                    <a:pt x="187086" y="16181"/>
                    <a:pt x="183347" y="16317"/>
                  </a:cubicBezTo>
                  <a:lnTo>
                    <a:pt x="181910" y="16380"/>
                  </a:lnTo>
                  <a:cubicBezTo>
                    <a:pt x="176343" y="16578"/>
                    <a:pt x="170529" y="16698"/>
                    <a:pt x="164476" y="16745"/>
                  </a:cubicBezTo>
                  <a:lnTo>
                    <a:pt x="163029" y="16756"/>
                  </a:lnTo>
                  <a:cubicBezTo>
                    <a:pt x="161717" y="16765"/>
                    <a:pt x="160393" y="16769"/>
                    <a:pt x="159058" y="16769"/>
                  </a:cubicBezTo>
                  <a:cubicBezTo>
                    <a:pt x="154159" y="16769"/>
                    <a:pt x="149105" y="16710"/>
                    <a:pt x="143897" y="16599"/>
                  </a:cubicBezTo>
                  <a:lnTo>
                    <a:pt x="142800" y="16578"/>
                  </a:lnTo>
                  <a:lnTo>
                    <a:pt x="142455" y="16578"/>
                  </a:lnTo>
                  <a:cubicBezTo>
                    <a:pt x="136861" y="16699"/>
                    <a:pt x="131450" y="16758"/>
                    <a:pt x="126212" y="16758"/>
                  </a:cubicBezTo>
                  <a:cubicBezTo>
                    <a:pt x="125586" y="16758"/>
                    <a:pt x="124962" y="16757"/>
                    <a:pt x="124341" y="16756"/>
                  </a:cubicBezTo>
                  <a:lnTo>
                    <a:pt x="122900" y="16756"/>
                  </a:lnTo>
                  <a:cubicBezTo>
                    <a:pt x="116737" y="16719"/>
                    <a:pt x="110824" y="16609"/>
                    <a:pt x="105167" y="16421"/>
                  </a:cubicBezTo>
                  <a:lnTo>
                    <a:pt x="103726" y="16380"/>
                  </a:lnTo>
                  <a:cubicBezTo>
                    <a:pt x="100179" y="16249"/>
                    <a:pt x="96737" y="16098"/>
                    <a:pt x="93389" y="15920"/>
                  </a:cubicBezTo>
                  <a:lnTo>
                    <a:pt x="91948" y="15842"/>
                  </a:lnTo>
                  <a:cubicBezTo>
                    <a:pt x="87440" y="15591"/>
                    <a:pt x="83116" y="15298"/>
                    <a:pt x="78963" y="14975"/>
                  </a:cubicBezTo>
                  <a:lnTo>
                    <a:pt x="77605" y="14865"/>
                  </a:lnTo>
                  <a:cubicBezTo>
                    <a:pt x="72790" y="14463"/>
                    <a:pt x="68209" y="14019"/>
                    <a:pt x="63869" y="13538"/>
                  </a:cubicBezTo>
                  <a:lnTo>
                    <a:pt x="62516" y="13387"/>
                  </a:lnTo>
                  <a:cubicBezTo>
                    <a:pt x="57293" y="12791"/>
                    <a:pt x="52414" y="12138"/>
                    <a:pt x="47875" y="11459"/>
                  </a:cubicBezTo>
                  <a:lnTo>
                    <a:pt x="46523" y="11251"/>
                  </a:lnTo>
                  <a:cubicBezTo>
                    <a:pt x="41216" y="10436"/>
                    <a:pt x="36379" y="9579"/>
                    <a:pt x="32013" y="8717"/>
                  </a:cubicBezTo>
                  <a:cubicBezTo>
                    <a:pt x="31454" y="8613"/>
                    <a:pt x="30921" y="8503"/>
                    <a:pt x="30389" y="8394"/>
                  </a:cubicBezTo>
                  <a:cubicBezTo>
                    <a:pt x="23269" y="6952"/>
                    <a:pt x="17456" y="5505"/>
                    <a:pt x="12891" y="4236"/>
                  </a:cubicBezTo>
                  <a:lnTo>
                    <a:pt x="11105" y="3729"/>
                  </a:lnTo>
                  <a:cubicBezTo>
                    <a:pt x="3610" y="1562"/>
                    <a:pt x="1" y="5"/>
                    <a:pt x="1" y="5"/>
                  </a:cubicBezTo>
                  <a:lnTo>
                    <a:pt x="1" y="1013"/>
                  </a:lnTo>
                  <a:cubicBezTo>
                    <a:pt x="1" y="1013"/>
                    <a:pt x="3610" y="2575"/>
                    <a:pt x="11105" y="4727"/>
                  </a:cubicBezTo>
                  <a:lnTo>
                    <a:pt x="12886" y="5239"/>
                  </a:lnTo>
                  <a:cubicBezTo>
                    <a:pt x="17456" y="6513"/>
                    <a:pt x="23269" y="7955"/>
                    <a:pt x="30383" y="9396"/>
                  </a:cubicBezTo>
                  <a:lnTo>
                    <a:pt x="32013" y="9725"/>
                  </a:lnTo>
                  <a:cubicBezTo>
                    <a:pt x="36379" y="10587"/>
                    <a:pt x="41216" y="11439"/>
                    <a:pt x="46523" y="12259"/>
                  </a:cubicBezTo>
                  <a:lnTo>
                    <a:pt x="47875" y="12457"/>
                  </a:lnTo>
                  <a:cubicBezTo>
                    <a:pt x="52414" y="13136"/>
                    <a:pt x="57293" y="13789"/>
                    <a:pt x="62516" y="14384"/>
                  </a:cubicBezTo>
                  <a:lnTo>
                    <a:pt x="63869" y="14536"/>
                  </a:lnTo>
                  <a:cubicBezTo>
                    <a:pt x="68209" y="15016"/>
                    <a:pt x="72784" y="15471"/>
                    <a:pt x="77600" y="15863"/>
                  </a:cubicBezTo>
                  <a:lnTo>
                    <a:pt x="78958" y="15972"/>
                  </a:lnTo>
                  <a:cubicBezTo>
                    <a:pt x="83110" y="16306"/>
                    <a:pt x="87440" y="16599"/>
                    <a:pt x="91948" y="16844"/>
                  </a:cubicBezTo>
                  <a:lnTo>
                    <a:pt x="93389" y="16923"/>
                  </a:lnTo>
                  <a:cubicBezTo>
                    <a:pt x="96732" y="17100"/>
                    <a:pt x="100179" y="17252"/>
                    <a:pt x="103726" y="17377"/>
                  </a:cubicBezTo>
                  <a:lnTo>
                    <a:pt x="105167" y="17429"/>
                  </a:lnTo>
                  <a:cubicBezTo>
                    <a:pt x="110829" y="17617"/>
                    <a:pt x="116742" y="17727"/>
                    <a:pt x="122900" y="17753"/>
                  </a:cubicBezTo>
                  <a:lnTo>
                    <a:pt x="124341" y="17769"/>
                  </a:lnTo>
                  <a:cubicBezTo>
                    <a:pt x="125071" y="17772"/>
                    <a:pt x="125804" y="17773"/>
                    <a:pt x="126541" y="17773"/>
                  </a:cubicBezTo>
                  <a:cubicBezTo>
                    <a:pt x="131674" y="17773"/>
                    <a:pt x="136979" y="17709"/>
                    <a:pt x="142455" y="17586"/>
                  </a:cubicBezTo>
                  <a:lnTo>
                    <a:pt x="142800" y="17586"/>
                  </a:lnTo>
                  <a:lnTo>
                    <a:pt x="143897" y="17612"/>
                  </a:lnTo>
                  <a:cubicBezTo>
                    <a:pt x="149033" y="17717"/>
                    <a:pt x="154019" y="17773"/>
                    <a:pt x="158855" y="17773"/>
                  </a:cubicBezTo>
                  <a:cubicBezTo>
                    <a:pt x="160259" y="17773"/>
                    <a:pt x="161650" y="17768"/>
                    <a:pt x="163029" y="17758"/>
                  </a:cubicBezTo>
                  <a:lnTo>
                    <a:pt x="164476" y="17758"/>
                  </a:lnTo>
                  <a:cubicBezTo>
                    <a:pt x="170529" y="17706"/>
                    <a:pt x="176343" y="17586"/>
                    <a:pt x="181910" y="17388"/>
                  </a:cubicBezTo>
                  <a:lnTo>
                    <a:pt x="183347" y="17335"/>
                  </a:lnTo>
                  <a:cubicBezTo>
                    <a:pt x="187092" y="17194"/>
                    <a:pt x="190722" y="17022"/>
                    <a:pt x="194242" y="16829"/>
                  </a:cubicBezTo>
                  <a:lnTo>
                    <a:pt x="195684" y="16740"/>
                  </a:lnTo>
                  <a:cubicBezTo>
                    <a:pt x="200061" y="16479"/>
                    <a:pt x="204270" y="16181"/>
                    <a:pt x="208313" y="15847"/>
                  </a:cubicBezTo>
                  <a:lnTo>
                    <a:pt x="209661" y="15737"/>
                  </a:lnTo>
                  <a:cubicBezTo>
                    <a:pt x="214482" y="15319"/>
                    <a:pt x="219057" y="14860"/>
                    <a:pt x="223392" y="14363"/>
                  </a:cubicBezTo>
                  <a:lnTo>
                    <a:pt x="224750" y="14202"/>
                  </a:lnTo>
                  <a:cubicBezTo>
                    <a:pt x="229973" y="13580"/>
                    <a:pt x="234846" y="12922"/>
                    <a:pt x="239375" y="12222"/>
                  </a:cubicBezTo>
                  <a:lnTo>
                    <a:pt x="240728" y="12008"/>
                  </a:lnTo>
                  <a:cubicBezTo>
                    <a:pt x="247183" y="10989"/>
                    <a:pt x="252918" y="9913"/>
                    <a:pt x="257938" y="8843"/>
                  </a:cubicBezTo>
                  <a:lnTo>
                    <a:pt x="259562" y="8498"/>
                  </a:lnTo>
                  <a:cubicBezTo>
                    <a:pt x="266671" y="6936"/>
                    <a:pt x="272270" y="5427"/>
                    <a:pt x="276422" y="4173"/>
                  </a:cubicBezTo>
                  <a:lnTo>
                    <a:pt x="278203" y="3625"/>
                  </a:lnTo>
                  <a:cubicBezTo>
                    <a:pt x="283186" y="2058"/>
                    <a:pt x="285599" y="1013"/>
                    <a:pt x="285599" y="1013"/>
                  </a:cubicBezTo>
                  <a:lnTo>
                    <a:pt x="285599" y="0"/>
                  </a:ln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Google Shape;1069;p18">
              <a:extLst>
                <a:ext uri="{FF2B5EF4-FFF2-40B4-BE49-F238E27FC236}">
                  <a16:creationId xmlns:a16="http://schemas.microsoft.com/office/drawing/2014/main" id="{1B4F458C-9FD3-376A-AA09-B8A2806096DD}"/>
                </a:ext>
              </a:extLst>
            </p:cNvPr>
            <p:cNvSpPr/>
            <p:nvPr userDrawn="1"/>
          </p:nvSpPr>
          <p:spPr>
            <a:xfrm>
              <a:off x="4113" y="2992764"/>
              <a:ext cx="9139914" cy="568876"/>
            </a:xfrm>
            <a:custGeom>
              <a:avLst/>
              <a:gdLst/>
              <a:ahLst/>
              <a:cxnLst/>
              <a:rect l="l" t="t" r="r" b="b"/>
              <a:pathLst>
                <a:path w="285600" h="17776" extrusionOk="0">
                  <a:moveTo>
                    <a:pt x="1" y="1"/>
                  </a:moveTo>
                  <a:lnTo>
                    <a:pt x="1" y="1019"/>
                  </a:lnTo>
                  <a:cubicBezTo>
                    <a:pt x="1" y="1019"/>
                    <a:pt x="3610" y="2581"/>
                    <a:pt x="11105" y="4743"/>
                  </a:cubicBezTo>
                  <a:lnTo>
                    <a:pt x="12886" y="5250"/>
                  </a:lnTo>
                  <a:cubicBezTo>
                    <a:pt x="17456" y="6524"/>
                    <a:pt x="23269" y="7961"/>
                    <a:pt x="30383" y="9402"/>
                  </a:cubicBezTo>
                  <a:cubicBezTo>
                    <a:pt x="30921" y="9512"/>
                    <a:pt x="31454" y="9627"/>
                    <a:pt x="32013" y="9731"/>
                  </a:cubicBezTo>
                  <a:cubicBezTo>
                    <a:pt x="36379" y="10593"/>
                    <a:pt x="41216" y="11455"/>
                    <a:pt x="46523" y="12264"/>
                  </a:cubicBezTo>
                  <a:lnTo>
                    <a:pt x="47875" y="12473"/>
                  </a:lnTo>
                  <a:cubicBezTo>
                    <a:pt x="52414" y="13152"/>
                    <a:pt x="57293" y="13805"/>
                    <a:pt x="62516" y="14395"/>
                  </a:cubicBezTo>
                  <a:lnTo>
                    <a:pt x="63869" y="14547"/>
                  </a:lnTo>
                  <a:cubicBezTo>
                    <a:pt x="68204" y="15033"/>
                    <a:pt x="72784" y="15471"/>
                    <a:pt x="77600" y="15874"/>
                  </a:cubicBezTo>
                  <a:lnTo>
                    <a:pt x="78958" y="15983"/>
                  </a:lnTo>
                  <a:cubicBezTo>
                    <a:pt x="83110" y="16312"/>
                    <a:pt x="87440" y="16605"/>
                    <a:pt x="91948" y="16850"/>
                  </a:cubicBezTo>
                  <a:cubicBezTo>
                    <a:pt x="92423" y="16887"/>
                    <a:pt x="92904" y="16913"/>
                    <a:pt x="93389" y="16929"/>
                  </a:cubicBezTo>
                  <a:cubicBezTo>
                    <a:pt x="96732" y="17106"/>
                    <a:pt x="100179" y="17263"/>
                    <a:pt x="103726" y="17388"/>
                  </a:cubicBezTo>
                  <a:lnTo>
                    <a:pt x="105167" y="17435"/>
                  </a:lnTo>
                  <a:cubicBezTo>
                    <a:pt x="110829" y="17623"/>
                    <a:pt x="116742" y="17733"/>
                    <a:pt x="122900" y="17764"/>
                  </a:cubicBezTo>
                  <a:lnTo>
                    <a:pt x="124341" y="17764"/>
                  </a:lnTo>
                  <a:cubicBezTo>
                    <a:pt x="125250" y="17768"/>
                    <a:pt x="126164" y="17770"/>
                    <a:pt x="127083" y="17770"/>
                  </a:cubicBezTo>
                  <a:cubicBezTo>
                    <a:pt x="132047" y="17770"/>
                    <a:pt x="137171" y="17711"/>
                    <a:pt x="142455" y="17592"/>
                  </a:cubicBezTo>
                  <a:lnTo>
                    <a:pt x="142800" y="17592"/>
                  </a:lnTo>
                  <a:lnTo>
                    <a:pt x="143897" y="17608"/>
                  </a:lnTo>
                  <a:cubicBezTo>
                    <a:pt x="149160" y="17720"/>
                    <a:pt x="154266" y="17776"/>
                    <a:pt x="159213" y="17776"/>
                  </a:cubicBezTo>
                  <a:cubicBezTo>
                    <a:pt x="160495" y="17776"/>
                    <a:pt x="161767" y="17772"/>
                    <a:pt x="163029" y="17764"/>
                  </a:cubicBezTo>
                  <a:lnTo>
                    <a:pt x="164476" y="17764"/>
                  </a:lnTo>
                  <a:cubicBezTo>
                    <a:pt x="170529" y="17712"/>
                    <a:pt x="176343" y="17592"/>
                    <a:pt x="181910" y="17393"/>
                  </a:cubicBezTo>
                  <a:lnTo>
                    <a:pt x="183347" y="17336"/>
                  </a:lnTo>
                  <a:cubicBezTo>
                    <a:pt x="187092" y="17195"/>
                    <a:pt x="190722" y="17028"/>
                    <a:pt x="194242" y="16824"/>
                  </a:cubicBezTo>
                  <a:lnTo>
                    <a:pt x="195684" y="16746"/>
                  </a:lnTo>
                  <a:cubicBezTo>
                    <a:pt x="200061" y="16485"/>
                    <a:pt x="204270" y="16187"/>
                    <a:pt x="208313" y="15853"/>
                  </a:cubicBezTo>
                  <a:lnTo>
                    <a:pt x="209661" y="15738"/>
                  </a:lnTo>
                  <a:cubicBezTo>
                    <a:pt x="214482" y="15325"/>
                    <a:pt x="219057" y="14871"/>
                    <a:pt x="223392" y="14364"/>
                  </a:cubicBezTo>
                  <a:lnTo>
                    <a:pt x="224750" y="14207"/>
                  </a:lnTo>
                  <a:cubicBezTo>
                    <a:pt x="229973" y="13591"/>
                    <a:pt x="234852" y="12923"/>
                    <a:pt x="239375" y="12223"/>
                  </a:cubicBezTo>
                  <a:lnTo>
                    <a:pt x="240728" y="12014"/>
                  </a:lnTo>
                  <a:cubicBezTo>
                    <a:pt x="247183" y="10990"/>
                    <a:pt x="252918" y="9909"/>
                    <a:pt x="257938" y="8849"/>
                  </a:cubicBezTo>
                  <a:lnTo>
                    <a:pt x="259562" y="8493"/>
                  </a:lnTo>
                  <a:cubicBezTo>
                    <a:pt x="266671" y="6942"/>
                    <a:pt x="272270" y="5433"/>
                    <a:pt x="276422" y="4179"/>
                  </a:cubicBezTo>
                  <a:lnTo>
                    <a:pt x="278203" y="3631"/>
                  </a:lnTo>
                  <a:cubicBezTo>
                    <a:pt x="283186" y="2064"/>
                    <a:pt x="285599" y="1019"/>
                    <a:pt x="285599" y="1019"/>
                  </a:cubicBezTo>
                  <a:lnTo>
                    <a:pt x="285599" y="1"/>
                  </a:lnTo>
                  <a:cubicBezTo>
                    <a:pt x="285599" y="1"/>
                    <a:pt x="283186" y="1045"/>
                    <a:pt x="278203" y="2612"/>
                  </a:cubicBezTo>
                  <a:lnTo>
                    <a:pt x="276422" y="3161"/>
                  </a:lnTo>
                  <a:cubicBezTo>
                    <a:pt x="272270" y="4414"/>
                    <a:pt x="266671" y="5929"/>
                    <a:pt x="259562" y="7485"/>
                  </a:cubicBezTo>
                  <a:lnTo>
                    <a:pt x="257938" y="7830"/>
                  </a:lnTo>
                  <a:cubicBezTo>
                    <a:pt x="252918" y="8901"/>
                    <a:pt x="247183" y="9977"/>
                    <a:pt x="240728" y="10995"/>
                  </a:cubicBezTo>
                  <a:lnTo>
                    <a:pt x="239375" y="11209"/>
                  </a:lnTo>
                  <a:cubicBezTo>
                    <a:pt x="234846" y="11914"/>
                    <a:pt x="229973" y="12578"/>
                    <a:pt x="224750" y="13194"/>
                  </a:cubicBezTo>
                  <a:lnTo>
                    <a:pt x="223392" y="13351"/>
                  </a:lnTo>
                  <a:cubicBezTo>
                    <a:pt x="219057" y="13857"/>
                    <a:pt x="214482" y="14312"/>
                    <a:pt x="209661" y="14724"/>
                  </a:cubicBezTo>
                  <a:lnTo>
                    <a:pt x="208313" y="14834"/>
                  </a:lnTo>
                  <a:cubicBezTo>
                    <a:pt x="204276" y="15174"/>
                    <a:pt x="200066" y="15471"/>
                    <a:pt x="195684" y="15727"/>
                  </a:cubicBezTo>
                  <a:lnTo>
                    <a:pt x="194242" y="15816"/>
                  </a:lnTo>
                  <a:cubicBezTo>
                    <a:pt x="190722" y="16009"/>
                    <a:pt x="187086" y="16182"/>
                    <a:pt x="183347" y="16323"/>
                  </a:cubicBezTo>
                  <a:lnTo>
                    <a:pt x="181910" y="16375"/>
                  </a:lnTo>
                  <a:cubicBezTo>
                    <a:pt x="176343" y="16573"/>
                    <a:pt x="170529" y="16699"/>
                    <a:pt x="164476" y="16746"/>
                  </a:cubicBezTo>
                  <a:lnTo>
                    <a:pt x="163029" y="16746"/>
                  </a:lnTo>
                  <a:cubicBezTo>
                    <a:pt x="161650" y="16755"/>
                    <a:pt x="160259" y="16760"/>
                    <a:pt x="158855" y="16760"/>
                  </a:cubicBezTo>
                  <a:cubicBezTo>
                    <a:pt x="154019" y="16760"/>
                    <a:pt x="149033" y="16705"/>
                    <a:pt x="143897" y="16600"/>
                  </a:cubicBezTo>
                  <a:lnTo>
                    <a:pt x="142800" y="16573"/>
                  </a:lnTo>
                  <a:lnTo>
                    <a:pt x="142455" y="16584"/>
                  </a:lnTo>
                  <a:cubicBezTo>
                    <a:pt x="137024" y="16706"/>
                    <a:pt x="131766" y="16766"/>
                    <a:pt x="126670" y="16766"/>
                  </a:cubicBezTo>
                  <a:cubicBezTo>
                    <a:pt x="125890" y="16766"/>
                    <a:pt x="125114" y="16764"/>
                    <a:pt x="124341" y="16761"/>
                  </a:cubicBezTo>
                  <a:lnTo>
                    <a:pt x="122900" y="16761"/>
                  </a:lnTo>
                  <a:cubicBezTo>
                    <a:pt x="116737" y="16720"/>
                    <a:pt x="110824" y="16610"/>
                    <a:pt x="105167" y="16427"/>
                  </a:cubicBezTo>
                  <a:lnTo>
                    <a:pt x="103726" y="16375"/>
                  </a:lnTo>
                  <a:cubicBezTo>
                    <a:pt x="100179" y="16250"/>
                    <a:pt x="96737" y="16098"/>
                    <a:pt x="93389" y="15926"/>
                  </a:cubicBezTo>
                  <a:lnTo>
                    <a:pt x="91948" y="15847"/>
                  </a:lnTo>
                  <a:cubicBezTo>
                    <a:pt x="87440" y="15597"/>
                    <a:pt x="83116" y="15304"/>
                    <a:pt x="78963" y="14970"/>
                  </a:cubicBezTo>
                  <a:lnTo>
                    <a:pt x="77605" y="14860"/>
                  </a:lnTo>
                  <a:cubicBezTo>
                    <a:pt x="72784" y="14469"/>
                    <a:pt x="68209" y="14019"/>
                    <a:pt x="63869" y="13544"/>
                  </a:cubicBezTo>
                  <a:lnTo>
                    <a:pt x="62516" y="13382"/>
                  </a:lnTo>
                  <a:cubicBezTo>
                    <a:pt x="57298" y="12787"/>
                    <a:pt x="52414" y="12144"/>
                    <a:pt x="47875" y="11460"/>
                  </a:cubicBezTo>
                  <a:lnTo>
                    <a:pt x="46523" y="11256"/>
                  </a:lnTo>
                  <a:cubicBezTo>
                    <a:pt x="41216" y="10442"/>
                    <a:pt x="36379" y="9585"/>
                    <a:pt x="32013" y="8723"/>
                  </a:cubicBezTo>
                  <a:lnTo>
                    <a:pt x="30389" y="8399"/>
                  </a:lnTo>
                  <a:cubicBezTo>
                    <a:pt x="23269" y="6953"/>
                    <a:pt x="17456" y="5511"/>
                    <a:pt x="12891" y="4237"/>
                  </a:cubicBezTo>
                  <a:lnTo>
                    <a:pt x="11105" y="3730"/>
                  </a:lnTo>
                  <a:cubicBezTo>
                    <a:pt x="3610" y="156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09191">
                <a:alpha val="6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1070;p18">
              <a:extLst>
                <a:ext uri="{FF2B5EF4-FFF2-40B4-BE49-F238E27FC236}">
                  <a16:creationId xmlns:a16="http://schemas.microsoft.com/office/drawing/2014/main" id="{1B15D805-D484-6F8A-24A6-D4F7F909E0CC}"/>
                </a:ext>
              </a:extLst>
            </p:cNvPr>
            <p:cNvSpPr/>
            <p:nvPr userDrawn="1"/>
          </p:nvSpPr>
          <p:spPr>
            <a:xfrm>
              <a:off x="-48" y="4539092"/>
              <a:ext cx="9139882" cy="190927"/>
            </a:xfrm>
            <a:custGeom>
              <a:avLst/>
              <a:gdLst/>
              <a:ahLst/>
              <a:cxnLst/>
              <a:rect l="l" t="t" r="r" b="b"/>
              <a:pathLst>
                <a:path w="285599" h="5966" extrusionOk="0">
                  <a:moveTo>
                    <a:pt x="0" y="0"/>
                  </a:moveTo>
                  <a:cubicBezTo>
                    <a:pt x="0" y="0"/>
                    <a:pt x="192074" y="5965"/>
                    <a:pt x="285599" y="0"/>
                  </a:cubicBezTo>
                  <a:lnTo>
                    <a:pt x="285599" y="5056"/>
                  </a:lnTo>
                  <a:lnTo>
                    <a:pt x="0" y="5056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Google Shape;1071;p18">
              <a:extLst>
                <a:ext uri="{FF2B5EF4-FFF2-40B4-BE49-F238E27FC236}">
                  <a16:creationId xmlns:a16="http://schemas.microsoft.com/office/drawing/2014/main" id="{1CC03724-1DC2-670E-4CD4-3F398B617EC3}"/>
                </a:ext>
              </a:extLst>
            </p:cNvPr>
            <p:cNvSpPr/>
            <p:nvPr userDrawn="1"/>
          </p:nvSpPr>
          <p:spPr>
            <a:xfrm>
              <a:off x="5695821" y="3057953"/>
              <a:ext cx="317945" cy="1565562"/>
            </a:xfrm>
            <a:custGeom>
              <a:avLst/>
              <a:gdLst/>
              <a:ahLst/>
              <a:cxnLst/>
              <a:rect l="l" t="t" r="r" b="b"/>
              <a:pathLst>
                <a:path w="9935" h="48920" extrusionOk="0">
                  <a:moveTo>
                    <a:pt x="9934" y="1"/>
                  </a:moveTo>
                  <a:lnTo>
                    <a:pt x="6320" y="152"/>
                  </a:lnTo>
                  <a:lnTo>
                    <a:pt x="0" y="48920"/>
                  </a:lnTo>
                  <a:lnTo>
                    <a:pt x="3599" y="48915"/>
                  </a:lnTo>
                  <a:lnTo>
                    <a:pt x="993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Google Shape;1072;p18">
              <a:extLst>
                <a:ext uri="{FF2B5EF4-FFF2-40B4-BE49-F238E27FC236}">
                  <a16:creationId xmlns:a16="http://schemas.microsoft.com/office/drawing/2014/main" id="{4F2ECE5D-2565-30A6-46C7-5D070F159F4E}"/>
                </a:ext>
              </a:extLst>
            </p:cNvPr>
            <p:cNvSpPr/>
            <p:nvPr userDrawn="1"/>
          </p:nvSpPr>
          <p:spPr>
            <a:xfrm>
              <a:off x="6920525" y="2936759"/>
              <a:ext cx="486438" cy="1677411"/>
            </a:xfrm>
            <a:custGeom>
              <a:avLst/>
              <a:gdLst/>
              <a:ahLst/>
              <a:cxnLst/>
              <a:rect l="l" t="t" r="r" b="b"/>
              <a:pathLst>
                <a:path w="15200" h="52415" extrusionOk="0">
                  <a:moveTo>
                    <a:pt x="15200" y="1"/>
                  </a:moveTo>
                  <a:lnTo>
                    <a:pt x="11444" y="481"/>
                  </a:lnTo>
                  <a:lnTo>
                    <a:pt x="1" y="52415"/>
                  </a:lnTo>
                  <a:lnTo>
                    <a:pt x="3641" y="52415"/>
                  </a:lnTo>
                  <a:lnTo>
                    <a:pt x="1520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1073;p18">
              <a:extLst>
                <a:ext uri="{FF2B5EF4-FFF2-40B4-BE49-F238E27FC236}">
                  <a16:creationId xmlns:a16="http://schemas.microsoft.com/office/drawing/2014/main" id="{B244E6FF-7133-66A1-1141-F3F0C9EA46BC}"/>
                </a:ext>
              </a:extLst>
            </p:cNvPr>
            <p:cNvSpPr/>
            <p:nvPr userDrawn="1"/>
          </p:nvSpPr>
          <p:spPr>
            <a:xfrm>
              <a:off x="8328968" y="2676134"/>
              <a:ext cx="635026" cy="1975418"/>
            </a:xfrm>
            <a:custGeom>
              <a:avLst/>
              <a:gdLst/>
              <a:ahLst/>
              <a:cxnLst/>
              <a:rect l="l" t="t" r="r" b="b"/>
              <a:pathLst>
                <a:path w="19843" h="61727" extrusionOk="0">
                  <a:moveTo>
                    <a:pt x="19843" y="1"/>
                  </a:moveTo>
                  <a:lnTo>
                    <a:pt x="15832" y="1264"/>
                  </a:lnTo>
                  <a:lnTo>
                    <a:pt x="0" y="61727"/>
                  </a:lnTo>
                  <a:lnTo>
                    <a:pt x="0" y="61727"/>
                  </a:lnTo>
                  <a:lnTo>
                    <a:pt x="3714" y="61591"/>
                  </a:lnTo>
                  <a:lnTo>
                    <a:pt x="19843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Google Shape;1074;p18">
              <a:extLst>
                <a:ext uri="{FF2B5EF4-FFF2-40B4-BE49-F238E27FC236}">
                  <a16:creationId xmlns:a16="http://schemas.microsoft.com/office/drawing/2014/main" id="{D4A34566-A36D-7A2D-0BD2-EA1048A81AF4}"/>
                </a:ext>
              </a:extLst>
            </p:cNvPr>
            <p:cNvSpPr/>
            <p:nvPr userDrawn="1"/>
          </p:nvSpPr>
          <p:spPr>
            <a:xfrm>
              <a:off x="3127845" y="3057953"/>
              <a:ext cx="315961" cy="1552697"/>
            </a:xfrm>
            <a:custGeom>
              <a:avLst/>
              <a:gdLst/>
              <a:ahLst/>
              <a:cxnLst/>
              <a:rect l="l" t="t" r="r" b="b"/>
              <a:pathLst>
                <a:path w="9873" h="48518" extrusionOk="0">
                  <a:moveTo>
                    <a:pt x="1" y="1"/>
                  </a:moveTo>
                  <a:lnTo>
                    <a:pt x="6279" y="48471"/>
                  </a:lnTo>
                  <a:lnTo>
                    <a:pt x="9872" y="48518"/>
                  </a:lnTo>
                  <a:lnTo>
                    <a:pt x="3610" y="1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9" name="Google Shape;1075;p18">
              <a:extLst>
                <a:ext uri="{FF2B5EF4-FFF2-40B4-BE49-F238E27FC236}">
                  <a16:creationId xmlns:a16="http://schemas.microsoft.com/office/drawing/2014/main" id="{5EB1DAC4-EBC0-2218-A65C-DFA412452EDC}"/>
                </a:ext>
              </a:extLst>
            </p:cNvPr>
            <p:cNvSpPr/>
            <p:nvPr userDrawn="1"/>
          </p:nvSpPr>
          <p:spPr>
            <a:xfrm>
              <a:off x="1732952" y="2936759"/>
              <a:ext cx="481126" cy="1653185"/>
            </a:xfrm>
            <a:custGeom>
              <a:avLst/>
              <a:gdLst/>
              <a:ahLst/>
              <a:cxnLst/>
              <a:rect l="l" t="t" r="r" b="b"/>
              <a:pathLst>
                <a:path w="15034" h="51658" extrusionOk="0">
                  <a:moveTo>
                    <a:pt x="1" y="1"/>
                  </a:moveTo>
                  <a:lnTo>
                    <a:pt x="11387" y="51657"/>
                  </a:lnTo>
                  <a:lnTo>
                    <a:pt x="15033" y="51657"/>
                  </a:lnTo>
                  <a:lnTo>
                    <a:pt x="3751" y="4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0" name="Google Shape;1076;p18">
              <a:extLst>
                <a:ext uri="{FF2B5EF4-FFF2-40B4-BE49-F238E27FC236}">
                  <a16:creationId xmlns:a16="http://schemas.microsoft.com/office/drawing/2014/main" id="{13C90673-0A79-ECA8-1E86-C8C31FB7E135}"/>
                </a:ext>
              </a:extLst>
            </p:cNvPr>
            <p:cNvSpPr/>
            <p:nvPr userDrawn="1"/>
          </p:nvSpPr>
          <p:spPr>
            <a:xfrm>
              <a:off x="182975" y="2607645"/>
              <a:ext cx="622673" cy="1953209"/>
            </a:xfrm>
            <a:custGeom>
              <a:avLst/>
              <a:gdLst/>
              <a:ahLst/>
              <a:cxnLst/>
              <a:rect l="l" t="t" r="r" b="b"/>
              <a:pathLst>
                <a:path w="19457" h="61033" extrusionOk="0">
                  <a:moveTo>
                    <a:pt x="0" y="1"/>
                  </a:moveTo>
                  <a:lnTo>
                    <a:pt x="15764" y="60944"/>
                  </a:lnTo>
                  <a:lnTo>
                    <a:pt x="19456" y="61032"/>
                  </a:lnTo>
                  <a:lnTo>
                    <a:pt x="3834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" name="Google Shape;1077;p18">
              <a:extLst>
                <a:ext uri="{FF2B5EF4-FFF2-40B4-BE49-F238E27FC236}">
                  <a16:creationId xmlns:a16="http://schemas.microsoft.com/office/drawing/2014/main" id="{930ACCC2-BF17-63A4-425C-C72410D995C2}"/>
                </a:ext>
              </a:extLst>
            </p:cNvPr>
            <p:cNvSpPr/>
            <p:nvPr userDrawn="1"/>
          </p:nvSpPr>
          <p:spPr>
            <a:xfrm>
              <a:off x="4512881" y="3072002"/>
              <a:ext cx="114025" cy="1549529"/>
            </a:xfrm>
            <a:custGeom>
              <a:avLst/>
              <a:gdLst/>
              <a:ahLst/>
              <a:cxnLst/>
              <a:rect l="l" t="t" r="r" b="b"/>
              <a:pathLst>
                <a:path w="3563" h="48419" extrusionOk="0">
                  <a:moveTo>
                    <a:pt x="1828" y="0"/>
                  </a:moveTo>
                  <a:lnTo>
                    <a:pt x="0" y="32"/>
                  </a:lnTo>
                  <a:lnTo>
                    <a:pt x="0" y="48397"/>
                  </a:lnTo>
                  <a:lnTo>
                    <a:pt x="3562" y="48418"/>
                  </a:lnTo>
                  <a:lnTo>
                    <a:pt x="3562" y="32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1078;p18">
              <a:extLst>
                <a:ext uri="{FF2B5EF4-FFF2-40B4-BE49-F238E27FC236}">
                  <a16:creationId xmlns:a16="http://schemas.microsoft.com/office/drawing/2014/main" id="{7D3D18DA-CE00-826B-A6D2-3532560ED33D}"/>
                </a:ext>
              </a:extLst>
            </p:cNvPr>
            <p:cNvSpPr/>
            <p:nvPr userDrawn="1"/>
          </p:nvSpPr>
          <p:spPr>
            <a:xfrm>
              <a:off x="-48" y="3568424"/>
              <a:ext cx="9139882" cy="378814"/>
            </a:xfrm>
            <a:custGeom>
              <a:avLst/>
              <a:gdLst/>
              <a:ahLst/>
              <a:cxnLst/>
              <a:rect l="l" t="t" r="r" b="b"/>
              <a:pathLst>
                <a:path w="285599" h="11837" extrusionOk="0">
                  <a:moveTo>
                    <a:pt x="76012" y="8760"/>
                  </a:moveTo>
                  <a:cubicBezTo>
                    <a:pt x="76012" y="8760"/>
                    <a:pt x="28993" y="7360"/>
                    <a:pt x="0" y="1"/>
                  </a:cubicBezTo>
                  <a:lnTo>
                    <a:pt x="0" y="3526"/>
                  </a:lnTo>
                  <a:cubicBezTo>
                    <a:pt x="28993" y="10891"/>
                    <a:pt x="76012" y="11836"/>
                    <a:pt x="76012" y="11836"/>
                  </a:cubicBezTo>
                  <a:lnTo>
                    <a:pt x="209592" y="11836"/>
                  </a:lnTo>
                  <a:cubicBezTo>
                    <a:pt x="209592" y="11836"/>
                    <a:pt x="256610" y="10891"/>
                    <a:pt x="285599" y="3526"/>
                  </a:cubicBezTo>
                  <a:lnTo>
                    <a:pt x="285599" y="1"/>
                  </a:lnTo>
                  <a:cubicBezTo>
                    <a:pt x="256610" y="7360"/>
                    <a:pt x="209592" y="8760"/>
                    <a:pt x="209592" y="8760"/>
                  </a:cubicBezTo>
                  <a:close/>
                </a:path>
              </a:pathLst>
            </a:custGeom>
            <a:solidFill>
              <a:srgbClr val="90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" name="Google Shape;1079;p18">
              <a:extLst>
                <a:ext uri="{FF2B5EF4-FFF2-40B4-BE49-F238E27FC236}">
                  <a16:creationId xmlns:a16="http://schemas.microsoft.com/office/drawing/2014/main" id="{7D33C4D3-8050-74BD-46EE-EAF58A138A1F}"/>
                </a:ext>
              </a:extLst>
            </p:cNvPr>
            <p:cNvSpPr/>
            <p:nvPr userDrawn="1"/>
          </p:nvSpPr>
          <p:spPr>
            <a:xfrm>
              <a:off x="-48" y="3404124"/>
              <a:ext cx="9139882" cy="444675"/>
            </a:xfrm>
            <a:custGeom>
              <a:avLst/>
              <a:gdLst/>
              <a:ahLst/>
              <a:cxnLst/>
              <a:rect l="l" t="t" r="r" b="b"/>
              <a:pathLst>
                <a:path w="285599" h="13895" extrusionOk="0">
                  <a:moveTo>
                    <a:pt x="187854" y="10567"/>
                  </a:moveTo>
                  <a:lnTo>
                    <a:pt x="97750" y="10567"/>
                  </a:lnTo>
                  <a:cubicBezTo>
                    <a:pt x="32885" y="10212"/>
                    <a:pt x="0" y="1"/>
                    <a:pt x="0" y="1"/>
                  </a:cubicBezTo>
                  <a:lnTo>
                    <a:pt x="0" y="5135"/>
                  </a:lnTo>
                  <a:cubicBezTo>
                    <a:pt x="28993" y="12494"/>
                    <a:pt x="76012" y="13894"/>
                    <a:pt x="76012" y="13894"/>
                  </a:cubicBezTo>
                  <a:lnTo>
                    <a:pt x="209592" y="13894"/>
                  </a:lnTo>
                  <a:cubicBezTo>
                    <a:pt x="209592" y="13894"/>
                    <a:pt x="256610" y="12494"/>
                    <a:pt x="285599" y="5135"/>
                  </a:cubicBezTo>
                  <a:lnTo>
                    <a:pt x="285599" y="1"/>
                  </a:lnTo>
                  <a:cubicBezTo>
                    <a:pt x="285599" y="1"/>
                    <a:pt x="252714" y="10212"/>
                    <a:pt x="187854" y="10567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1080;p18">
              <a:extLst>
                <a:ext uri="{FF2B5EF4-FFF2-40B4-BE49-F238E27FC236}">
                  <a16:creationId xmlns:a16="http://schemas.microsoft.com/office/drawing/2014/main" id="{4E7BFA18-BDC3-7D43-6159-0D9543C7ABF6}"/>
                </a:ext>
              </a:extLst>
            </p:cNvPr>
            <p:cNvSpPr/>
            <p:nvPr userDrawn="1"/>
          </p:nvSpPr>
          <p:spPr>
            <a:xfrm>
              <a:off x="355628" y="1879365"/>
              <a:ext cx="344859" cy="797694"/>
            </a:xfrm>
            <a:custGeom>
              <a:avLst/>
              <a:gdLst/>
              <a:ahLst/>
              <a:cxnLst/>
              <a:rect l="l" t="t" r="r" b="b"/>
              <a:pathLst>
                <a:path w="10776" h="24926" extrusionOk="0">
                  <a:moveTo>
                    <a:pt x="7041" y="4660"/>
                  </a:moveTo>
                  <a:lnTo>
                    <a:pt x="664" y="19942"/>
                  </a:lnTo>
                  <a:lnTo>
                    <a:pt x="1" y="24419"/>
                  </a:lnTo>
                  <a:lnTo>
                    <a:pt x="1782" y="24925"/>
                  </a:lnTo>
                  <a:lnTo>
                    <a:pt x="2419" y="20658"/>
                  </a:lnTo>
                  <a:lnTo>
                    <a:pt x="2419" y="20658"/>
                  </a:lnTo>
                  <a:lnTo>
                    <a:pt x="8838" y="5380"/>
                  </a:lnTo>
                  <a:lnTo>
                    <a:pt x="10776" y="758"/>
                  </a:lnTo>
                  <a:lnTo>
                    <a:pt x="8990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1081;p18">
              <a:extLst>
                <a:ext uri="{FF2B5EF4-FFF2-40B4-BE49-F238E27FC236}">
                  <a16:creationId xmlns:a16="http://schemas.microsoft.com/office/drawing/2014/main" id="{3A2D7A5A-E72B-C3EB-93DA-33962ABB1893}"/>
                </a:ext>
              </a:extLst>
            </p:cNvPr>
            <p:cNvSpPr/>
            <p:nvPr userDrawn="1"/>
          </p:nvSpPr>
          <p:spPr>
            <a:xfrm>
              <a:off x="972412" y="2113559"/>
              <a:ext cx="238899" cy="707063"/>
            </a:xfrm>
            <a:custGeom>
              <a:avLst/>
              <a:gdLst/>
              <a:ahLst/>
              <a:cxnLst/>
              <a:rect l="l" t="t" r="r" b="b"/>
              <a:pathLst>
                <a:path w="7465" h="22094" extrusionOk="0">
                  <a:moveTo>
                    <a:pt x="4702" y="4158"/>
                  </a:moveTo>
                  <a:lnTo>
                    <a:pt x="450" y="18777"/>
                  </a:lnTo>
                  <a:lnTo>
                    <a:pt x="1" y="21765"/>
                  </a:lnTo>
                  <a:lnTo>
                    <a:pt x="1625" y="22094"/>
                  </a:lnTo>
                  <a:lnTo>
                    <a:pt x="2101" y="19200"/>
                  </a:lnTo>
                  <a:lnTo>
                    <a:pt x="6269" y="4858"/>
                  </a:lnTo>
                  <a:lnTo>
                    <a:pt x="7465" y="726"/>
                  </a:lnTo>
                  <a:lnTo>
                    <a:pt x="5908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1082;p18">
              <a:extLst>
                <a:ext uri="{FF2B5EF4-FFF2-40B4-BE49-F238E27FC236}">
                  <a16:creationId xmlns:a16="http://schemas.microsoft.com/office/drawing/2014/main" id="{A4D93BC9-882C-6709-C6F4-43BEBE9AC286}"/>
                </a:ext>
              </a:extLst>
            </p:cNvPr>
            <p:cNvSpPr/>
            <p:nvPr userDrawn="1"/>
          </p:nvSpPr>
          <p:spPr>
            <a:xfrm>
              <a:off x="1489093" y="2301413"/>
              <a:ext cx="152140" cy="606959"/>
            </a:xfrm>
            <a:custGeom>
              <a:avLst/>
              <a:gdLst/>
              <a:ahLst/>
              <a:cxnLst/>
              <a:rect l="l" t="t" r="r" b="b"/>
              <a:pathLst>
                <a:path w="4754" h="18966" extrusionOk="0">
                  <a:moveTo>
                    <a:pt x="3427" y="1"/>
                  </a:moveTo>
                  <a:lnTo>
                    <a:pt x="2774" y="3375"/>
                  </a:lnTo>
                  <a:lnTo>
                    <a:pt x="115" y="17007"/>
                  </a:lnTo>
                  <a:lnTo>
                    <a:pt x="1" y="18757"/>
                  </a:lnTo>
                  <a:lnTo>
                    <a:pt x="1353" y="18966"/>
                  </a:lnTo>
                  <a:lnTo>
                    <a:pt x="1484" y="17195"/>
                  </a:lnTo>
                  <a:lnTo>
                    <a:pt x="1484" y="17164"/>
                  </a:lnTo>
                  <a:lnTo>
                    <a:pt x="4106" y="3720"/>
                  </a:lnTo>
                  <a:lnTo>
                    <a:pt x="4754" y="419"/>
                  </a:lnTo>
                  <a:lnTo>
                    <a:pt x="4043" y="25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" name="Google Shape;1083;p18">
              <a:extLst>
                <a:ext uri="{FF2B5EF4-FFF2-40B4-BE49-F238E27FC236}">
                  <a16:creationId xmlns:a16="http://schemas.microsoft.com/office/drawing/2014/main" id="{B3A0A522-F81E-F272-1623-CF836092DF70}"/>
                </a:ext>
              </a:extLst>
            </p:cNvPr>
            <p:cNvSpPr/>
            <p:nvPr userDrawn="1"/>
          </p:nvSpPr>
          <p:spPr>
            <a:xfrm>
              <a:off x="2000589" y="2409902"/>
              <a:ext cx="100648" cy="564844"/>
            </a:xfrm>
            <a:custGeom>
              <a:avLst/>
              <a:gdLst/>
              <a:ahLst/>
              <a:cxnLst/>
              <a:rect l="l" t="t" r="r" b="b"/>
              <a:pathLst>
                <a:path w="3145" h="17650" extrusionOk="0">
                  <a:moveTo>
                    <a:pt x="1813" y="1"/>
                  </a:moveTo>
                  <a:lnTo>
                    <a:pt x="1468" y="3171"/>
                  </a:lnTo>
                  <a:lnTo>
                    <a:pt x="73" y="16103"/>
                  </a:lnTo>
                  <a:lnTo>
                    <a:pt x="73" y="16156"/>
                  </a:lnTo>
                  <a:lnTo>
                    <a:pt x="0" y="17503"/>
                  </a:lnTo>
                  <a:lnTo>
                    <a:pt x="1358" y="17650"/>
                  </a:lnTo>
                  <a:lnTo>
                    <a:pt x="1437" y="16344"/>
                  </a:lnTo>
                  <a:lnTo>
                    <a:pt x="1437" y="16260"/>
                  </a:lnTo>
                  <a:lnTo>
                    <a:pt x="2795" y="3521"/>
                  </a:lnTo>
                  <a:lnTo>
                    <a:pt x="3144" y="267"/>
                  </a:lnTo>
                  <a:lnTo>
                    <a:pt x="2565" y="16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Google Shape;1084;p18">
              <a:extLst>
                <a:ext uri="{FF2B5EF4-FFF2-40B4-BE49-F238E27FC236}">
                  <a16:creationId xmlns:a16="http://schemas.microsoft.com/office/drawing/2014/main" id="{88CF61DF-04B5-5A31-D46F-AFD93FFEC002}"/>
                </a:ext>
              </a:extLst>
            </p:cNvPr>
            <p:cNvSpPr/>
            <p:nvPr userDrawn="1"/>
          </p:nvSpPr>
          <p:spPr>
            <a:xfrm>
              <a:off x="2483314" y="2485972"/>
              <a:ext cx="67557" cy="534922"/>
            </a:xfrm>
            <a:custGeom>
              <a:avLst/>
              <a:gdLst/>
              <a:ahLst/>
              <a:cxnLst/>
              <a:rect l="l" t="t" r="r" b="b"/>
              <a:pathLst>
                <a:path w="2111" h="16715" extrusionOk="0">
                  <a:moveTo>
                    <a:pt x="617" y="0"/>
                  </a:moveTo>
                  <a:lnTo>
                    <a:pt x="507" y="3061"/>
                  </a:lnTo>
                  <a:lnTo>
                    <a:pt x="53" y="15236"/>
                  </a:lnTo>
                  <a:lnTo>
                    <a:pt x="0" y="16599"/>
                  </a:lnTo>
                  <a:lnTo>
                    <a:pt x="1358" y="16714"/>
                  </a:lnTo>
                  <a:lnTo>
                    <a:pt x="1421" y="15450"/>
                  </a:lnTo>
                  <a:lnTo>
                    <a:pt x="1975" y="3218"/>
                  </a:lnTo>
                  <a:lnTo>
                    <a:pt x="2111" y="136"/>
                  </a:lnTo>
                  <a:lnTo>
                    <a:pt x="794" y="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Google Shape;1085;p18">
              <a:extLst>
                <a:ext uri="{FF2B5EF4-FFF2-40B4-BE49-F238E27FC236}">
                  <a16:creationId xmlns:a16="http://schemas.microsoft.com/office/drawing/2014/main" id="{4E7A85BE-5CAB-8DB6-E7B7-8524D4A1668E}"/>
                </a:ext>
              </a:extLst>
            </p:cNvPr>
            <p:cNvSpPr/>
            <p:nvPr userDrawn="1"/>
          </p:nvSpPr>
          <p:spPr>
            <a:xfrm>
              <a:off x="2942486" y="2523063"/>
              <a:ext cx="46340" cy="528233"/>
            </a:xfrm>
            <a:custGeom>
              <a:avLst/>
              <a:gdLst/>
              <a:ahLst/>
              <a:cxnLst/>
              <a:rect l="l" t="t" r="r" b="b"/>
              <a:pathLst>
                <a:path w="1448" h="16506" extrusionOk="0">
                  <a:moveTo>
                    <a:pt x="0" y="3370"/>
                  </a:moveTo>
                  <a:lnTo>
                    <a:pt x="0" y="16427"/>
                  </a:lnTo>
                  <a:lnTo>
                    <a:pt x="1447" y="16506"/>
                  </a:lnTo>
                  <a:lnTo>
                    <a:pt x="1447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1086;p18">
              <a:extLst>
                <a:ext uri="{FF2B5EF4-FFF2-40B4-BE49-F238E27FC236}">
                  <a16:creationId xmlns:a16="http://schemas.microsoft.com/office/drawing/2014/main" id="{DF46BFC4-F410-E4DF-7CB7-86861C893065}"/>
                </a:ext>
              </a:extLst>
            </p:cNvPr>
            <p:cNvSpPr/>
            <p:nvPr userDrawn="1"/>
          </p:nvSpPr>
          <p:spPr>
            <a:xfrm>
              <a:off x="3429052" y="2523063"/>
              <a:ext cx="46180" cy="546795"/>
            </a:xfrm>
            <a:custGeom>
              <a:avLst/>
              <a:gdLst/>
              <a:ahLst/>
              <a:cxnLst/>
              <a:rect l="l" t="t" r="r" b="b"/>
              <a:pathLst>
                <a:path w="1443" h="17086" extrusionOk="0">
                  <a:moveTo>
                    <a:pt x="1" y="3965"/>
                  </a:moveTo>
                  <a:lnTo>
                    <a:pt x="1" y="17044"/>
                  </a:lnTo>
                  <a:lnTo>
                    <a:pt x="1442" y="17085"/>
                  </a:lnTo>
                  <a:lnTo>
                    <a:pt x="144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1087;p18">
              <a:extLst>
                <a:ext uri="{FF2B5EF4-FFF2-40B4-BE49-F238E27FC236}">
                  <a16:creationId xmlns:a16="http://schemas.microsoft.com/office/drawing/2014/main" id="{B7BEFE4B-D424-110E-FA3A-27F0C02C0066}"/>
                </a:ext>
              </a:extLst>
            </p:cNvPr>
            <p:cNvSpPr/>
            <p:nvPr userDrawn="1"/>
          </p:nvSpPr>
          <p:spPr>
            <a:xfrm>
              <a:off x="8558618" y="1918763"/>
              <a:ext cx="344539" cy="794686"/>
            </a:xfrm>
            <a:custGeom>
              <a:avLst/>
              <a:gdLst/>
              <a:ahLst/>
              <a:cxnLst/>
              <a:rect l="l" t="t" r="r" b="b"/>
              <a:pathLst>
                <a:path w="10766" h="24832" extrusionOk="0">
                  <a:moveTo>
                    <a:pt x="10128" y="20073"/>
                  </a:moveTo>
                  <a:lnTo>
                    <a:pt x="3903" y="5135"/>
                  </a:lnTo>
                  <a:lnTo>
                    <a:pt x="1761" y="1"/>
                  </a:lnTo>
                  <a:lnTo>
                    <a:pt x="868" y="429"/>
                  </a:lnTo>
                  <a:lnTo>
                    <a:pt x="1" y="821"/>
                  </a:lnTo>
                  <a:lnTo>
                    <a:pt x="2210" y="6096"/>
                  </a:lnTo>
                  <a:lnTo>
                    <a:pt x="8379" y="20778"/>
                  </a:lnTo>
                  <a:lnTo>
                    <a:pt x="8457" y="21295"/>
                  </a:lnTo>
                  <a:lnTo>
                    <a:pt x="8990" y="24831"/>
                  </a:lnTo>
                  <a:lnTo>
                    <a:pt x="10766" y="24283"/>
                  </a:lnTo>
                  <a:lnTo>
                    <a:pt x="10233" y="2075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1088;p18">
              <a:extLst>
                <a:ext uri="{FF2B5EF4-FFF2-40B4-BE49-F238E27FC236}">
                  <a16:creationId xmlns:a16="http://schemas.microsoft.com/office/drawing/2014/main" id="{5C69E46E-28A7-EF77-D47F-CF243D1E7B0C}"/>
                </a:ext>
              </a:extLst>
            </p:cNvPr>
            <p:cNvSpPr/>
            <p:nvPr userDrawn="1"/>
          </p:nvSpPr>
          <p:spPr>
            <a:xfrm>
              <a:off x="8041137" y="2154109"/>
              <a:ext cx="265621" cy="708759"/>
            </a:xfrm>
            <a:custGeom>
              <a:avLst/>
              <a:gdLst/>
              <a:ahLst/>
              <a:cxnLst/>
              <a:rect l="l" t="t" r="r" b="b"/>
              <a:pathLst>
                <a:path w="8300" h="22147" extrusionOk="0">
                  <a:moveTo>
                    <a:pt x="1625" y="5621"/>
                  </a:moveTo>
                  <a:lnTo>
                    <a:pt x="6226" y="19650"/>
                  </a:lnTo>
                  <a:lnTo>
                    <a:pt x="6299" y="19880"/>
                  </a:lnTo>
                  <a:lnTo>
                    <a:pt x="6670" y="22147"/>
                  </a:lnTo>
                  <a:lnTo>
                    <a:pt x="8300" y="21792"/>
                  </a:lnTo>
                  <a:lnTo>
                    <a:pt x="7950" y="19457"/>
                  </a:lnTo>
                  <a:lnTo>
                    <a:pt x="7877" y="19227"/>
                  </a:lnTo>
                  <a:lnTo>
                    <a:pt x="3223" y="5036"/>
                  </a:lnTo>
                  <a:lnTo>
                    <a:pt x="1567" y="1"/>
                  </a:lnTo>
                  <a:lnTo>
                    <a:pt x="0" y="70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1089;p18">
              <a:extLst>
                <a:ext uri="{FF2B5EF4-FFF2-40B4-BE49-F238E27FC236}">
                  <a16:creationId xmlns:a16="http://schemas.microsoft.com/office/drawing/2014/main" id="{0A10D23E-D750-BDE5-20FA-DF8435742B3D}"/>
                </a:ext>
              </a:extLst>
            </p:cNvPr>
            <p:cNvSpPr/>
            <p:nvPr userDrawn="1"/>
          </p:nvSpPr>
          <p:spPr>
            <a:xfrm>
              <a:off x="7553183" y="2305606"/>
              <a:ext cx="150828" cy="594606"/>
            </a:xfrm>
            <a:custGeom>
              <a:avLst/>
              <a:gdLst/>
              <a:ahLst/>
              <a:cxnLst/>
              <a:rect l="l" t="t" r="r" b="b"/>
              <a:pathLst>
                <a:path w="4713" h="18580" extrusionOk="0">
                  <a:moveTo>
                    <a:pt x="1" y="418"/>
                  </a:moveTo>
                  <a:lnTo>
                    <a:pt x="643" y="3735"/>
                  </a:lnTo>
                  <a:lnTo>
                    <a:pt x="3229" y="16986"/>
                  </a:lnTo>
                  <a:lnTo>
                    <a:pt x="3245" y="17033"/>
                  </a:lnTo>
                  <a:lnTo>
                    <a:pt x="3354" y="18579"/>
                  </a:lnTo>
                  <a:lnTo>
                    <a:pt x="4712" y="18365"/>
                  </a:lnTo>
                  <a:lnTo>
                    <a:pt x="4608" y="16876"/>
                  </a:lnTo>
                  <a:lnTo>
                    <a:pt x="4582" y="16751"/>
                  </a:lnTo>
                  <a:lnTo>
                    <a:pt x="1996" y="3474"/>
                  </a:lnTo>
                  <a:lnTo>
                    <a:pt x="1317" y="1"/>
                  </a:lnTo>
                  <a:lnTo>
                    <a:pt x="737" y="2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" name="Google Shape;1090;p18">
              <a:extLst>
                <a:ext uri="{FF2B5EF4-FFF2-40B4-BE49-F238E27FC236}">
                  <a16:creationId xmlns:a16="http://schemas.microsoft.com/office/drawing/2014/main" id="{3C4BA518-D496-E24B-78C2-7D5286501C08}"/>
                </a:ext>
              </a:extLst>
            </p:cNvPr>
            <p:cNvSpPr/>
            <p:nvPr userDrawn="1"/>
          </p:nvSpPr>
          <p:spPr>
            <a:xfrm>
              <a:off x="7092027" y="2410062"/>
              <a:ext cx="100328" cy="558668"/>
            </a:xfrm>
            <a:custGeom>
              <a:avLst/>
              <a:gdLst/>
              <a:ahLst/>
              <a:cxnLst/>
              <a:rect l="l" t="t" r="r" b="b"/>
              <a:pathLst>
                <a:path w="3135" h="17457" extrusionOk="0">
                  <a:moveTo>
                    <a:pt x="0" y="267"/>
                  </a:moveTo>
                  <a:lnTo>
                    <a:pt x="288" y="2926"/>
                  </a:lnTo>
                  <a:lnTo>
                    <a:pt x="1703" y="16161"/>
                  </a:lnTo>
                  <a:lnTo>
                    <a:pt x="1703" y="16255"/>
                  </a:lnTo>
                  <a:lnTo>
                    <a:pt x="1782" y="17456"/>
                  </a:lnTo>
                  <a:lnTo>
                    <a:pt x="3134" y="17300"/>
                  </a:lnTo>
                  <a:lnTo>
                    <a:pt x="3072" y="16098"/>
                  </a:lnTo>
                  <a:lnTo>
                    <a:pt x="3056" y="15942"/>
                  </a:lnTo>
                  <a:lnTo>
                    <a:pt x="1641" y="2738"/>
                  </a:lnTo>
                  <a:lnTo>
                    <a:pt x="1338" y="1"/>
                  </a:lnTo>
                  <a:lnTo>
                    <a:pt x="528" y="1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1091;p18">
              <a:extLst>
                <a:ext uri="{FF2B5EF4-FFF2-40B4-BE49-F238E27FC236}">
                  <a16:creationId xmlns:a16="http://schemas.microsoft.com/office/drawing/2014/main" id="{E17B6CE5-E839-8364-06D2-D1E7C2651096}"/>
                </a:ext>
              </a:extLst>
            </p:cNvPr>
            <p:cNvSpPr/>
            <p:nvPr userDrawn="1"/>
          </p:nvSpPr>
          <p:spPr>
            <a:xfrm>
              <a:off x="6642551" y="2485620"/>
              <a:ext cx="67397" cy="530761"/>
            </a:xfrm>
            <a:custGeom>
              <a:avLst/>
              <a:gdLst/>
              <a:ahLst/>
              <a:cxnLst/>
              <a:rect l="l" t="t" r="r" b="b"/>
              <a:pathLst>
                <a:path w="2106" h="16585" extrusionOk="0">
                  <a:moveTo>
                    <a:pt x="1" y="147"/>
                  </a:moveTo>
                  <a:lnTo>
                    <a:pt x="110" y="2665"/>
                  </a:lnTo>
                  <a:lnTo>
                    <a:pt x="695" y="15404"/>
                  </a:lnTo>
                  <a:lnTo>
                    <a:pt x="747" y="16584"/>
                  </a:lnTo>
                  <a:lnTo>
                    <a:pt x="2105" y="16469"/>
                  </a:lnTo>
                  <a:lnTo>
                    <a:pt x="2058" y="15331"/>
                  </a:lnTo>
                  <a:lnTo>
                    <a:pt x="1588" y="2503"/>
                  </a:lnTo>
                  <a:lnTo>
                    <a:pt x="1494" y="1"/>
                  </a:lnTo>
                  <a:lnTo>
                    <a:pt x="1244" y="4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1092;p18">
              <a:extLst>
                <a:ext uri="{FF2B5EF4-FFF2-40B4-BE49-F238E27FC236}">
                  <a16:creationId xmlns:a16="http://schemas.microsoft.com/office/drawing/2014/main" id="{8F7E6904-6DC0-2507-932E-10E6AD3DAF19}"/>
                </a:ext>
              </a:extLst>
            </p:cNvPr>
            <p:cNvSpPr/>
            <p:nvPr userDrawn="1"/>
          </p:nvSpPr>
          <p:spPr>
            <a:xfrm>
              <a:off x="6216310" y="2521399"/>
              <a:ext cx="46180" cy="526217"/>
            </a:xfrm>
            <a:custGeom>
              <a:avLst/>
              <a:gdLst/>
              <a:ahLst/>
              <a:cxnLst/>
              <a:rect l="l" t="t" r="r" b="b"/>
              <a:pathLst>
                <a:path w="1443" h="16443" extrusionOk="0">
                  <a:moveTo>
                    <a:pt x="1" y="58"/>
                  </a:moveTo>
                  <a:lnTo>
                    <a:pt x="1" y="16443"/>
                  </a:lnTo>
                  <a:lnTo>
                    <a:pt x="1442" y="16364"/>
                  </a:lnTo>
                  <a:lnTo>
                    <a:pt x="1442" y="1"/>
                  </a:lnTo>
                  <a:lnTo>
                    <a:pt x="758" y="5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1093;p18">
              <a:extLst>
                <a:ext uri="{FF2B5EF4-FFF2-40B4-BE49-F238E27FC236}">
                  <a16:creationId xmlns:a16="http://schemas.microsoft.com/office/drawing/2014/main" id="{4FBEBBEA-0209-7EF7-8416-8BEF7FEFB682}"/>
                </a:ext>
              </a:extLst>
            </p:cNvPr>
            <p:cNvSpPr/>
            <p:nvPr userDrawn="1"/>
          </p:nvSpPr>
          <p:spPr>
            <a:xfrm>
              <a:off x="3981672" y="2523223"/>
              <a:ext cx="46340" cy="554667"/>
            </a:xfrm>
            <a:custGeom>
              <a:avLst/>
              <a:gdLst/>
              <a:ahLst/>
              <a:cxnLst/>
              <a:rect l="l" t="t" r="r" b="b"/>
              <a:pathLst>
                <a:path w="1448" h="17332" extrusionOk="0">
                  <a:moveTo>
                    <a:pt x="0" y="4352"/>
                  </a:moveTo>
                  <a:lnTo>
                    <a:pt x="0" y="17331"/>
                  </a:lnTo>
                  <a:lnTo>
                    <a:pt x="1447" y="17331"/>
                  </a:lnTo>
                  <a:lnTo>
                    <a:pt x="1447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1094;p18">
              <a:extLst>
                <a:ext uri="{FF2B5EF4-FFF2-40B4-BE49-F238E27FC236}">
                  <a16:creationId xmlns:a16="http://schemas.microsoft.com/office/drawing/2014/main" id="{76DD07A8-7944-23D0-A7D2-A5865F585AF6}"/>
                </a:ext>
              </a:extLst>
            </p:cNvPr>
            <p:cNvSpPr/>
            <p:nvPr userDrawn="1"/>
          </p:nvSpPr>
          <p:spPr>
            <a:xfrm>
              <a:off x="4558997" y="2523223"/>
              <a:ext cx="46180" cy="549963"/>
            </a:xfrm>
            <a:custGeom>
              <a:avLst/>
              <a:gdLst/>
              <a:ahLst/>
              <a:cxnLst/>
              <a:rect l="l" t="t" r="r" b="b"/>
              <a:pathLst>
                <a:path w="1443" h="17185" extrusionOk="0">
                  <a:moveTo>
                    <a:pt x="1" y="4712"/>
                  </a:moveTo>
                  <a:lnTo>
                    <a:pt x="1" y="17159"/>
                  </a:lnTo>
                  <a:lnTo>
                    <a:pt x="340" y="17159"/>
                  </a:lnTo>
                  <a:lnTo>
                    <a:pt x="1442" y="17185"/>
                  </a:lnTo>
                  <a:lnTo>
                    <a:pt x="144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1095;p18">
              <a:extLst>
                <a:ext uri="{FF2B5EF4-FFF2-40B4-BE49-F238E27FC236}">
                  <a16:creationId xmlns:a16="http://schemas.microsoft.com/office/drawing/2014/main" id="{27A88D78-F33D-7453-4B05-B32717FD59E0}"/>
                </a:ext>
              </a:extLst>
            </p:cNvPr>
            <p:cNvSpPr/>
            <p:nvPr userDrawn="1"/>
          </p:nvSpPr>
          <p:spPr>
            <a:xfrm>
              <a:off x="5711695" y="2523223"/>
              <a:ext cx="52164" cy="545643"/>
            </a:xfrm>
            <a:custGeom>
              <a:avLst/>
              <a:gdLst/>
              <a:ahLst/>
              <a:cxnLst/>
              <a:rect l="l" t="t" r="r" b="b"/>
              <a:pathLst>
                <a:path w="1630" h="17050" extrusionOk="0">
                  <a:moveTo>
                    <a:pt x="146" y="3803"/>
                  </a:moveTo>
                  <a:lnTo>
                    <a:pt x="21" y="15592"/>
                  </a:lnTo>
                  <a:lnTo>
                    <a:pt x="0" y="17033"/>
                  </a:lnTo>
                  <a:cubicBezTo>
                    <a:pt x="486" y="17049"/>
                    <a:pt x="982" y="16986"/>
                    <a:pt x="1457" y="16992"/>
                  </a:cubicBezTo>
                  <a:lnTo>
                    <a:pt x="1457" y="15639"/>
                  </a:lnTo>
                  <a:lnTo>
                    <a:pt x="1588" y="3809"/>
                  </a:lnTo>
                  <a:lnTo>
                    <a:pt x="1630" y="1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1096;p18">
              <a:extLst>
                <a:ext uri="{FF2B5EF4-FFF2-40B4-BE49-F238E27FC236}">
                  <a16:creationId xmlns:a16="http://schemas.microsoft.com/office/drawing/2014/main" id="{63EA1D68-7E6D-BE4C-A81E-DF8E6F401B26}"/>
                </a:ext>
              </a:extLst>
            </p:cNvPr>
            <p:cNvSpPr/>
            <p:nvPr userDrawn="1"/>
          </p:nvSpPr>
          <p:spPr>
            <a:xfrm>
              <a:off x="5168772" y="2523223"/>
              <a:ext cx="46180" cy="554667"/>
            </a:xfrm>
            <a:custGeom>
              <a:avLst/>
              <a:gdLst/>
              <a:ahLst/>
              <a:cxnLst/>
              <a:rect l="l" t="t" r="r" b="b"/>
              <a:pathLst>
                <a:path w="1443" h="17332" extrusionOk="0">
                  <a:moveTo>
                    <a:pt x="1" y="4712"/>
                  </a:moveTo>
                  <a:lnTo>
                    <a:pt x="1" y="17331"/>
                  </a:lnTo>
                  <a:lnTo>
                    <a:pt x="1442" y="17331"/>
                  </a:lnTo>
                  <a:lnTo>
                    <a:pt x="144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" name="Google Shape;1097;p18">
              <a:extLst>
                <a:ext uri="{FF2B5EF4-FFF2-40B4-BE49-F238E27FC236}">
                  <a16:creationId xmlns:a16="http://schemas.microsoft.com/office/drawing/2014/main" id="{A5556CAB-5252-47D9-55B7-84CAAC0E43C8}"/>
                </a:ext>
              </a:extLst>
            </p:cNvPr>
            <p:cNvSpPr/>
            <p:nvPr userDrawn="1"/>
          </p:nvSpPr>
          <p:spPr>
            <a:xfrm>
              <a:off x="-48" y="1530025"/>
              <a:ext cx="9139882" cy="1017487"/>
            </a:xfrm>
            <a:custGeom>
              <a:avLst/>
              <a:gdLst/>
              <a:ahLst/>
              <a:cxnLst/>
              <a:rect l="l" t="t" r="r" b="b"/>
              <a:pathLst>
                <a:path w="285599" h="31794" extrusionOk="0">
                  <a:moveTo>
                    <a:pt x="0" y="2168"/>
                  </a:moveTo>
                  <a:cubicBezTo>
                    <a:pt x="658" y="2476"/>
                    <a:pt x="2303" y="3218"/>
                    <a:pt x="3552" y="3771"/>
                  </a:cubicBezTo>
                  <a:cubicBezTo>
                    <a:pt x="5641" y="4701"/>
                    <a:pt x="8555" y="5965"/>
                    <a:pt x="12212" y="7543"/>
                  </a:cubicBezTo>
                  <a:lnTo>
                    <a:pt x="20104" y="10917"/>
                  </a:lnTo>
                  <a:lnTo>
                    <a:pt x="21890" y="11674"/>
                  </a:lnTo>
                  <a:cubicBezTo>
                    <a:pt x="23640" y="12426"/>
                    <a:pt x="24763" y="12896"/>
                    <a:pt x="24778" y="12901"/>
                  </a:cubicBezTo>
                  <a:lnTo>
                    <a:pt x="36295" y="18234"/>
                  </a:lnTo>
                  <a:lnTo>
                    <a:pt x="37852" y="18960"/>
                  </a:lnTo>
                  <a:lnTo>
                    <a:pt x="39857" y="19885"/>
                  </a:lnTo>
                  <a:lnTo>
                    <a:pt x="49959" y="24105"/>
                  </a:lnTo>
                  <a:lnTo>
                    <a:pt x="50575" y="24361"/>
                  </a:lnTo>
                  <a:lnTo>
                    <a:pt x="51286" y="24523"/>
                  </a:lnTo>
                  <a:lnTo>
                    <a:pt x="64328" y="27495"/>
                  </a:lnTo>
                  <a:lnTo>
                    <a:pt x="65085" y="27662"/>
                  </a:lnTo>
                  <a:lnTo>
                    <a:pt x="65670" y="27761"/>
                  </a:lnTo>
                  <a:lnTo>
                    <a:pt x="78216" y="29871"/>
                  </a:lnTo>
                  <a:lnTo>
                    <a:pt x="78393" y="29897"/>
                  </a:lnTo>
                  <a:lnTo>
                    <a:pt x="79710" y="30007"/>
                  </a:lnTo>
                  <a:lnTo>
                    <a:pt x="91869" y="31031"/>
                  </a:lnTo>
                  <a:lnTo>
                    <a:pt x="93394" y="31031"/>
                  </a:lnTo>
                  <a:lnTo>
                    <a:pt x="106389" y="31417"/>
                  </a:lnTo>
                  <a:lnTo>
                    <a:pt x="107831" y="31417"/>
                  </a:lnTo>
                  <a:lnTo>
                    <a:pt x="122899" y="31793"/>
                  </a:lnTo>
                  <a:lnTo>
                    <a:pt x="124341" y="31793"/>
                  </a:lnTo>
                  <a:lnTo>
                    <a:pt x="142460" y="31417"/>
                  </a:lnTo>
                  <a:lnTo>
                    <a:pt x="143901" y="31417"/>
                  </a:lnTo>
                  <a:lnTo>
                    <a:pt x="163034" y="31036"/>
                  </a:lnTo>
                  <a:lnTo>
                    <a:pt x="195004" y="31036"/>
                  </a:lnTo>
                  <a:lnTo>
                    <a:pt x="195688" y="30979"/>
                  </a:lnTo>
                  <a:lnTo>
                    <a:pt x="207566" y="30007"/>
                  </a:lnTo>
                  <a:lnTo>
                    <a:pt x="208809" y="29908"/>
                  </a:lnTo>
                  <a:lnTo>
                    <a:pt x="209059" y="29861"/>
                  </a:lnTo>
                  <a:lnTo>
                    <a:pt x="221610" y="27766"/>
                  </a:lnTo>
                  <a:lnTo>
                    <a:pt x="222138" y="27678"/>
                  </a:lnTo>
                  <a:lnTo>
                    <a:pt x="222948" y="27500"/>
                  </a:lnTo>
                  <a:lnTo>
                    <a:pt x="236021" y="24653"/>
                  </a:lnTo>
                  <a:lnTo>
                    <a:pt x="236757" y="24491"/>
                  </a:lnTo>
                  <a:lnTo>
                    <a:pt x="237337" y="24236"/>
                  </a:lnTo>
                  <a:lnTo>
                    <a:pt x="251272" y="17994"/>
                  </a:lnTo>
                  <a:lnTo>
                    <a:pt x="252839" y="17289"/>
                  </a:lnTo>
                  <a:lnTo>
                    <a:pt x="267438" y="10755"/>
                  </a:lnTo>
                  <a:lnTo>
                    <a:pt x="268305" y="10363"/>
                  </a:lnTo>
                  <a:lnTo>
                    <a:pt x="269198" y="9935"/>
                  </a:lnTo>
                  <a:lnTo>
                    <a:pt x="285599" y="2111"/>
                  </a:lnTo>
                  <a:lnTo>
                    <a:pt x="285599" y="0"/>
                  </a:lnTo>
                  <a:lnTo>
                    <a:pt x="268467" y="8175"/>
                  </a:lnTo>
                  <a:lnTo>
                    <a:pt x="267506" y="8629"/>
                  </a:lnTo>
                  <a:lnTo>
                    <a:pt x="266696" y="8995"/>
                  </a:lnTo>
                  <a:lnTo>
                    <a:pt x="252244" y="15471"/>
                  </a:lnTo>
                  <a:lnTo>
                    <a:pt x="250677" y="16171"/>
                  </a:lnTo>
                  <a:lnTo>
                    <a:pt x="236966" y="22313"/>
                  </a:lnTo>
                  <a:lnTo>
                    <a:pt x="236162" y="22674"/>
                  </a:lnTo>
                  <a:lnTo>
                    <a:pt x="235650" y="22784"/>
                  </a:lnTo>
                  <a:lnTo>
                    <a:pt x="222744" y="25599"/>
                  </a:lnTo>
                  <a:lnTo>
                    <a:pt x="221799" y="25802"/>
                  </a:lnTo>
                  <a:lnTo>
                    <a:pt x="221407" y="25865"/>
                  </a:lnTo>
                  <a:lnTo>
                    <a:pt x="208991" y="27949"/>
                  </a:lnTo>
                  <a:lnTo>
                    <a:pt x="208610" y="28017"/>
                  </a:lnTo>
                  <a:lnTo>
                    <a:pt x="207477" y="28106"/>
                  </a:lnTo>
                  <a:lnTo>
                    <a:pt x="195688" y="29072"/>
                  </a:lnTo>
                  <a:lnTo>
                    <a:pt x="194926" y="29130"/>
                  </a:lnTo>
                  <a:lnTo>
                    <a:pt x="163034" y="29130"/>
                  </a:lnTo>
                  <a:lnTo>
                    <a:pt x="143901" y="29516"/>
                  </a:lnTo>
                  <a:lnTo>
                    <a:pt x="142460" y="29516"/>
                  </a:lnTo>
                  <a:lnTo>
                    <a:pt x="124341" y="29897"/>
                  </a:lnTo>
                  <a:lnTo>
                    <a:pt x="122899" y="29897"/>
                  </a:lnTo>
                  <a:lnTo>
                    <a:pt x="107831" y="29516"/>
                  </a:lnTo>
                  <a:lnTo>
                    <a:pt x="106389" y="29516"/>
                  </a:lnTo>
                  <a:lnTo>
                    <a:pt x="93394" y="29130"/>
                  </a:lnTo>
                  <a:lnTo>
                    <a:pt x="91947" y="29130"/>
                  </a:lnTo>
                  <a:lnTo>
                    <a:pt x="79804" y="28106"/>
                  </a:lnTo>
                  <a:lnTo>
                    <a:pt x="78665" y="28017"/>
                  </a:lnTo>
                  <a:lnTo>
                    <a:pt x="78289" y="27949"/>
                  </a:lnTo>
                  <a:lnTo>
                    <a:pt x="65868" y="25865"/>
                  </a:lnTo>
                  <a:lnTo>
                    <a:pt x="65477" y="25802"/>
                  </a:lnTo>
                  <a:lnTo>
                    <a:pt x="64531" y="25588"/>
                  </a:lnTo>
                  <a:lnTo>
                    <a:pt x="51651" y="22653"/>
                  </a:lnTo>
                  <a:lnTo>
                    <a:pt x="51155" y="22543"/>
                  </a:lnTo>
                  <a:lnTo>
                    <a:pt x="50330" y="22199"/>
                  </a:lnTo>
                  <a:lnTo>
                    <a:pt x="40625" y="18145"/>
                  </a:lnTo>
                  <a:lnTo>
                    <a:pt x="38390" y="17111"/>
                  </a:lnTo>
                  <a:lnTo>
                    <a:pt x="36828" y="16385"/>
                  </a:lnTo>
                  <a:lnTo>
                    <a:pt x="25546" y="11162"/>
                  </a:lnTo>
                  <a:lnTo>
                    <a:pt x="22632" y="9919"/>
                  </a:lnTo>
                  <a:lnTo>
                    <a:pt x="20840" y="9146"/>
                  </a:lnTo>
                  <a:cubicBezTo>
                    <a:pt x="11668" y="5203"/>
                    <a:pt x="0" y="58"/>
                    <a:pt x="0" y="5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1098;p18">
              <a:extLst>
                <a:ext uri="{FF2B5EF4-FFF2-40B4-BE49-F238E27FC236}">
                  <a16:creationId xmlns:a16="http://schemas.microsoft.com/office/drawing/2014/main" id="{D1C2DF70-6C85-77E5-E702-ABFF70C86693}"/>
                </a:ext>
              </a:extLst>
            </p:cNvPr>
            <p:cNvSpPr/>
            <p:nvPr userDrawn="1"/>
          </p:nvSpPr>
          <p:spPr>
            <a:xfrm>
              <a:off x="-10" y="5510902"/>
              <a:ext cx="9139882" cy="546622"/>
            </a:xfrm>
            <a:custGeom>
              <a:avLst/>
              <a:gdLst/>
              <a:ahLst/>
              <a:cxnLst/>
              <a:rect l="l" t="t" r="r" b="b"/>
              <a:pathLst>
                <a:path w="285599" h="21342" extrusionOk="0">
                  <a:moveTo>
                    <a:pt x="0" y="0"/>
                  </a:moveTo>
                  <a:lnTo>
                    <a:pt x="0" y="21342"/>
                  </a:lnTo>
                  <a:lnTo>
                    <a:pt x="285599" y="21342"/>
                  </a:lnTo>
                  <a:lnTo>
                    <a:pt x="285599" y="0"/>
                  </a:lnTo>
                  <a:close/>
                </a:path>
              </a:pathLst>
            </a:custGeom>
            <a:solidFill>
              <a:srgbClr val="75B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1099;p18">
              <a:extLst>
                <a:ext uri="{FF2B5EF4-FFF2-40B4-BE49-F238E27FC236}">
                  <a16:creationId xmlns:a16="http://schemas.microsoft.com/office/drawing/2014/main" id="{123778C6-C181-2957-85F3-34217FC9B7EE}"/>
                </a:ext>
              </a:extLst>
            </p:cNvPr>
            <p:cNvSpPr/>
            <p:nvPr userDrawn="1"/>
          </p:nvSpPr>
          <p:spPr>
            <a:xfrm>
              <a:off x="-48" y="4922193"/>
              <a:ext cx="9139882" cy="229334"/>
            </a:xfrm>
            <a:custGeom>
              <a:avLst/>
              <a:gdLst/>
              <a:ahLst/>
              <a:cxnLst/>
              <a:rect l="l" t="t" r="r" b="b"/>
              <a:pathLst>
                <a:path w="285599" h="8954" extrusionOk="0">
                  <a:moveTo>
                    <a:pt x="0" y="1"/>
                  </a:moveTo>
                  <a:lnTo>
                    <a:pt x="0" y="8953"/>
                  </a:lnTo>
                  <a:lnTo>
                    <a:pt x="285599" y="8953"/>
                  </a:lnTo>
                  <a:lnTo>
                    <a:pt x="285599" y="1"/>
                  </a:lnTo>
                  <a:close/>
                </a:path>
              </a:pathLst>
            </a:custGeom>
            <a:solidFill>
              <a:srgbClr val="158C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1100;p18">
              <a:extLst>
                <a:ext uri="{FF2B5EF4-FFF2-40B4-BE49-F238E27FC236}">
                  <a16:creationId xmlns:a16="http://schemas.microsoft.com/office/drawing/2014/main" id="{A39D2AA3-487F-1C05-2528-2CD9783B0B39}"/>
                </a:ext>
              </a:extLst>
            </p:cNvPr>
            <p:cNvSpPr/>
            <p:nvPr userDrawn="1"/>
          </p:nvSpPr>
          <p:spPr>
            <a:xfrm>
              <a:off x="-48" y="4798330"/>
              <a:ext cx="9139882" cy="25843"/>
            </a:xfrm>
            <a:custGeom>
              <a:avLst/>
              <a:gdLst/>
              <a:ahLst/>
              <a:cxnLst/>
              <a:rect l="l" t="t" r="r" b="b"/>
              <a:pathLst>
                <a:path w="285599" h="1009" extrusionOk="0">
                  <a:moveTo>
                    <a:pt x="0" y="0"/>
                  </a:moveTo>
                  <a:lnTo>
                    <a:pt x="0" y="1008"/>
                  </a:lnTo>
                  <a:lnTo>
                    <a:pt x="285599" y="1008"/>
                  </a:lnTo>
                  <a:lnTo>
                    <a:pt x="285599" y="0"/>
                  </a:lnTo>
                  <a:close/>
                </a:path>
              </a:pathLst>
            </a:custGeom>
            <a:solidFill>
              <a:srgbClr val="158C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1101;p18">
              <a:extLst>
                <a:ext uri="{FF2B5EF4-FFF2-40B4-BE49-F238E27FC236}">
                  <a16:creationId xmlns:a16="http://schemas.microsoft.com/office/drawing/2014/main" id="{E6EA4FD7-F970-252E-FA0D-FC0F3EEF8CE2}"/>
                </a:ext>
              </a:extLst>
            </p:cNvPr>
            <p:cNvSpPr/>
            <p:nvPr userDrawn="1"/>
          </p:nvSpPr>
          <p:spPr>
            <a:xfrm>
              <a:off x="1598061" y="4999646"/>
              <a:ext cx="5964850" cy="625432"/>
            </a:xfrm>
            <a:custGeom>
              <a:avLst/>
              <a:gdLst/>
              <a:ahLst/>
              <a:cxnLst/>
              <a:rect l="l" t="t" r="r" b="b"/>
              <a:pathLst>
                <a:path w="186387" h="24419" fill="none" extrusionOk="0">
                  <a:moveTo>
                    <a:pt x="186387" y="12207"/>
                  </a:moveTo>
                  <a:cubicBezTo>
                    <a:pt x="186387" y="15446"/>
                    <a:pt x="176568" y="18548"/>
                    <a:pt x="159091" y="20841"/>
                  </a:cubicBezTo>
                  <a:cubicBezTo>
                    <a:pt x="141615" y="23129"/>
                    <a:pt x="117912" y="24419"/>
                    <a:pt x="93197" y="24419"/>
                  </a:cubicBezTo>
                  <a:cubicBezTo>
                    <a:pt x="68481" y="24419"/>
                    <a:pt x="44773" y="23129"/>
                    <a:pt x="27297" y="20841"/>
                  </a:cubicBezTo>
                  <a:cubicBezTo>
                    <a:pt x="9820" y="18548"/>
                    <a:pt x="1" y="15446"/>
                    <a:pt x="1" y="12207"/>
                  </a:cubicBezTo>
                  <a:cubicBezTo>
                    <a:pt x="1" y="8969"/>
                    <a:pt x="9820" y="5866"/>
                    <a:pt x="27297" y="3573"/>
                  </a:cubicBezTo>
                  <a:cubicBezTo>
                    <a:pt x="44773" y="1286"/>
                    <a:pt x="68481" y="1"/>
                    <a:pt x="93197" y="1"/>
                  </a:cubicBezTo>
                  <a:cubicBezTo>
                    <a:pt x="117912" y="1"/>
                    <a:pt x="141615" y="1286"/>
                    <a:pt x="159091" y="3573"/>
                  </a:cubicBezTo>
                  <a:cubicBezTo>
                    <a:pt x="176568" y="5866"/>
                    <a:pt x="186387" y="8969"/>
                    <a:pt x="186387" y="12207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miter lim="5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1102;p18">
              <a:extLst>
                <a:ext uri="{FF2B5EF4-FFF2-40B4-BE49-F238E27FC236}">
                  <a16:creationId xmlns:a16="http://schemas.microsoft.com/office/drawing/2014/main" id="{123FBACD-B986-0BDF-867B-E15AAFFD0818}"/>
                </a:ext>
              </a:extLst>
            </p:cNvPr>
            <p:cNvSpPr/>
            <p:nvPr userDrawn="1"/>
          </p:nvSpPr>
          <p:spPr>
            <a:xfrm>
              <a:off x="-48" y="5312300"/>
              <a:ext cx="9139882" cy="26"/>
            </a:xfrm>
            <a:custGeom>
              <a:avLst/>
              <a:gdLst/>
              <a:ahLst/>
              <a:cxnLst/>
              <a:rect l="l" t="t" r="r" b="b"/>
              <a:pathLst>
                <a:path w="285599" h="1" fill="none" extrusionOk="0">
                  <a:moveTo>
                    <a:pt x="0" y="0"/>
                  </a:moveTo>
                  <a:lnTo>
                    <a:pt x="285599" y="0"/>
                  </a:ln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miter lim="5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7" name="Google Shape;1103;p18">
              <a:extLst>
                <a:ext uri="{FF2B5EF4-FFF2-40B4-BE49-F238E27FC236}">
                  <a16:creationId xmlns:a16="http://schemas.microsoft.com/office/drawing/2014/main" id="{17EA90CB-6102-2386-4E31-564C0E11FBE9}"/>
                </a:ext>
              </a:extLst>
            </p:cNvPr>
            <p:cNvSpPr/>
            <p:nvPr userDrawn="1"/>
          </p:nvSpPr>
          <p:spPr>
            <a:xfrm>
              <a:off x="3983656" y="4693696"/>
              <a:ext cx="1161915" cy="12225"/>
            </a:xfrm>
            <a:custGeom>
              <a:avLst/>
              <a:gdLst/>
              <a:ahLst/>
              <a:cxnLst/>
              <a:rect l="l" t="t" r="r" b="b"/>
              <a:pathLst>
                <a:path w="36307" h="382" extrusionOk="0">
                  <a:moveTo>
                    <a:pt x="1" y="1"/>
                  </a:moveTo>
                  <a:lnTo>
                    <a:pt x="1" y="136"/>
                  </a:lnTo>
                  <a:cubicBezTo>
                    <a:pt x="6284" y="168"/>
                    <a:pt x="12312" y="210"/>
                    <a:pt x="18151" y="257"/>
                  </a:cubicBezTo>
                  <a:cubicBezTo>
                    <a:pt x="23985" y="304"/>
                    <a:pt x="30013" y="356"/>
                    <a:pt x="36307" y="382"/>
                  </a:cubicBezTo>
                  <a:lnTo>
                    <a:pt x="36307" y="246"/>
                  </a:lnTo>
                  <a:cubicBezTo>
                    <a:pt x="30018" y="220"/>
                    <a:pt x="23980" y="168"/>
                    <a:pt x="18151" y="121"/>
                  </a:cubicBezTo>
                  <a:cubicBezTo>
                    <a:pt x="12317" y="74"/>
                    <a:pt x="6284" y="2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" name="Google Shape;1104;p18">
              <a:extLst>
                <a:ext uri="{FF2B5EF4-FFF2-40B4-BE49-F238E27FC236}">
                  <a16:creationId xmlns:a16="http://schemas.microsoft.com/office/drawing/2014/main" id="{3A59CABE-BFCD-E151-F46E-38168FA354F8}"/>
                </a:ext>
              </a:extLst>
            </p:cNvPr>
            <p:cNvSpPr/>
            <p:nvPr userDrawn="1"/>
          </p:nvSpPr>
          <p:spPr>
            <a:xfrm>
              <a:off x="3983656" y="4654909"/>
              <a:ext cx="1161915" cy="12065"/>
            </a:xfrm>
            <a:custGeom>
              <a:avLst/>
              <a:gdLst/>
              <a:ahLst/>
              <a:cxnLst/>
              <a:rect l="l" t="t" r="r" b="b"/>
              <a:pathLst>
                <a:path w="36307" h="377" extrusionOk="0">
                  <a:moveTo>
                    <a:pt x="1" y="1"/>
                  </a:moveTo>
                  <a:lnTo>
                    <a:pt x="1" y="137"/>
                  </a:lnTo>
                  <a:cubicBezTo>
                    <a:pt x="6279" y="163"/>
                    <a:pt x="12301" y="215"/>
                    <a:pt x="18135" y="262"/>
                  </a:cubicBezTo>
                  <a:cubicBezTo>
                    <a:pt x="23970" y="309"/>
                    <a:pt x="30013" y="351"/>
                    <a:pt x="36301" y="377"/>
                  </a:cubicBezTo>
                  <a:lnTo>
                    <a:pt x="36307" y="241"/>
                  </a:lnTo>
                  <a:cubicBezTo>
                    <a:pt x="30013" y="215"/>
                    <a:pt x="23964" y="168"/>
                    <a:pt x="18135" y="126"/>
                  </a:cubicBezTo>
                  <a:cubicBezTo>
                    <a:pt x="12306" y="79"/>
                    <a:pt x="6279" y="2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1105;p18">
              <a:extLst>
                <a:ext uri="{FF2B5EF4-FFF2-40B4-BE49-F238E27FC236}">
                  <a16:creationId xmlns:a16="http://schemas.microsoft.com/office/drawing/2014/main" id="{D28D3CC0-C29C-D0E5-D449-6DA0873779A2}"/>
                </a:ext>
              </a:extLst>
            </p:cNvPr>
            <p:cNvSpPr/>
            <p:nvPr userDrawn="1"/>
          </p:nvSpPr>
          <p:spPr>
            <a:xfrm>
              <a:off x="3983656" y="4615962"/>
              <a:ext cx="1161755" cy="12417"/>
            </a:xfrm>
            <a:custGeom>
              <a:avLst/>
              <a:gdLst/>
              <a:ahLst/>
              <a:cxnLst/>
              <a:rect l="l" t="t" r="r" b="b"/>
              <a:pathLst>
                <a:path w="36302" h="388" extrusionOk="0">
                  <a:moveTo>
                    <a:pt x="1" y="1"/>
                  </a:moveTo>
                  <a:lnTo>
                    <a:pt x="1" y="147"/>
                  </a:lnTo>
                  <a:cubicBezTo>
                    <a:pt x="6284" y="173"/>
                    <a:pt x="12317" y="215"/>
                    <a:pt x="18151" y="262"/>
                  </a:cubicBezTo>
                  <a:cubicBezTo>
                    <a:pt x="23980" y="309"/>
                    <a:pt x="30013" y="356"/>
                    <a:pt x="36301" y="387"/>
                  </a:cubicBezTo>
                  <a:lnTo>
                    <a:pt x="36301" y="246"/>
                  </a:lnTo>
                  <a:cubicBezTo>
                    <a:pt x="30013" y="220"/>
                    <a:pt x="23980" y="173"/>
                    <a:pt x="18151" y="126"/>
                  </a:cubicBezTo>
                  <a:cubicBezTo>
                    <a:pt x="12317" y="79"/>
                    <a:pt x="6284" y="3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0" name="Google Shape;1106;p18">
              <a:extLst>
                <a:ext uri="{FF2B5EF4-FFF2-40B4-BE49-F238E27FC236}">
                  <a16:creationId xmlns:a16="http://schemas.microsoft.com/office/drawing/2014/main" id="{B30FDF75-43FF-A5FF-98F7-3080E40A7EA8}"/>
                </a:ext>
              </a:extLst>
            </p:cNvPr>
            <p:cNvSpPr/>
            <p:nvPr userDrawn="1"/>
          </p:nvSpPr>
          <p:spPr>
            <a:xfrm>
              <a:off x="3983656" y="4577367"/>
              <a:ext cx="1161755" cy="12065"/>
            </a:xfrm>
            <a:custGeom>
              <a:avLst/>
              <a:gdLst/>
              <a:ahLst/>
              <a:cxnLst/>
              <a:rect l="l" t="t" r="r" b="b"/>
              <a:pathLst>
                <a:path w="36302" h="377" extrusionOk="0">
                  <a:moveTo>
                    <a:pt x="1" y="0"/>
                  </a:moveTo>
                  <a:lnTo>
                    <a:pt x="1" y="136"/>
                  </a:lnTo>
                  <a:cubicBezTo>
                    <a:pt x="6284" y="162"/>
                    <a:pt x="12317" y="209"/>
                    <a:pt x="18151" y="256"/>
                  </a:cubicBezTo>
                  <a:cubicBezTo>
                    <a:pt x="23980" y="303"/>
                    <a:pt x="30013" y="350"/>
                    <a:pt x="36301" y="376"/>
                  </a:cubicBezTo>
                  <a:lnTo>
                    <a:pt x="36301" y="241"/>
                  </a:lnTo>
                  <a:cubicBezTo>
                    <a:pt x="30013" y="215"/>
                    <a:pt x="23980" y="162"/>
                    <a:pt x="18151" y="115"/>
                  </a:cubicBezTo>
                  <a:cubicBezTo>
                    <a:pt x="12317" y="74"/>
                    <a:pt x="6284" y="2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1" name="Google Shape;1107;p18">
              <a:extLst>
                <a:ext uri="{FF2B5EF4-FFF2-40B4-BE49-F238E27FC236}">
                  <a16:creationId xmlns:a16="http://schemas.microsoft.com/office/drawing/2014/main" id="{C3EC074E-0DFB-1EC6-7332-94E99F2E1A33}"/>
                </a:ext>
              </a:extLst>
            </p:cNvPr>
            <p:cNvSpPr/>
            <p:nvPr userDrawn="1"/>
          </p:nvSpPr>
          <p:spPr>
            <a:xfrm>
              <a:off x="3983336" y="4538580"/>
              <a:ext cx="1162075" cy="12065"/>
            </a:xfrm>
            <a:custGeom>
              <a:avLst/>
              <a:gdLst/>
              <a:ahLst/>
              <a:cxnLst/>
              <a:rect l="l" t="t" r="r" b="b"/>
              <a:pathLst>
                <a:path w="36312" h="377" extrusionOk="0">
                  <a:moveTo>
                    <a:pt x="0" y="1"/>
                  </a:moveTo>
                  <a:lnTo>
                    <a:pt x="0" y="136"/>
                  </a:lnTo>
                  <a:cubicBezTo>
                    <a:pt x="6294" y="163"/>
                    <a:pt x="12348" y="215"/>
                    <a:pt x="18172" y="262"/>
                  </a:cubicBezTo>
                  <a:cubicBezTo>
                    <a:pt x="23995" y="304"/>
                    <a:pt x="30028" y="351"/>
                    <a:pt x="36311" y="377"/>
                  </a:cubicBezTo>
                  <a:lnTo>
                    <a:pt x="36311" y="241"/>
                  </a:lnTo>
                  <a:cubicBezTo>
                    <a:pt x="30028" y="215"/>
                    <a:pt x="24006" y="168"/>
                    <a:pt x="18172" y="121"/>
                  </a:cubicBezTo>
                  <a:cubicBezTo>
                    <a:pt x="12332" y="79"/>
                    <a:pt x="6294" y="2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" name="Google Shape;1108;p18">
              <a:extLst>
                <a:ext uri="{FF2B5EF4-FFF2-40B4-BE49-F238E27FC236}">
                  <a16:creationId xmlns:a16="http://schemas.microsoft.com/office/drawing/2014/main" id="{E54CC6F8-3BBC-CA38-F2FB-873CDD9BF09C}"/>
                </a:ext>
              </a:extLst>
            </p:cNvPr>
            <p:cNvSpPr/>
            <p:nvPr userDrawn="1"/>
          </p:nvSpPr>
          <p:spPr>
            <a:xfrm>
              <a:off x="3983336" y="4499633"/>
              <a:ext cx="1162075" cy="12417"/>
            </a:xfrm>
            <a:custGeom>
              <a:avLst/>
              <a:gdLst/>
              <a:ahLst/>
              <a:cxnLst/>
              <a:rect l="l" t="t" r="r" b="b"/>
              <a:pathLst>
                <a:path w="36312" h="388" extrusionOk="0">
                  <a:moveTo>
                    <a:pt x="0" y="1"/>
                  </a:moveTo>
                  <a:lnTo>
                    <a:pt x="0" y="147"/>
                  </a:lnTo>
                  <a:cubicBezTo>
                    <a:pt x="6289" y="168"/>
                    <a:pt x="12327" y="215"/>
                    <a:pt x="18161" y="262"/>
                  </a:cubicBezTo>
                  <a:cubicBezTo>
                    <a:pt x="23990" y="309"/>
                    <a:pt x="30023" y="356"/>
                    <a:pt x="36311" y="387"/>
                  </a:cubicBezTo>
                  <a:lnTo>
                    <a:pt x="36311" y="241"/>
                  </a:lnTo>
                  <a:cubicBezTo>
                    <a:pt x="30023" y="215"/>
                    <a:pt x="23995" y="173"/>
                    <a:pt x="18161" y="126"/>
                  </a:cubicBezTo>
                  <a:cubicBezTo>
                    <a:pt x="12322" y="79"/>
                    <a:pt x="6289" y="3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" name="Google Shape;1109;p18">
              <a:extLst>
                <a:ext uri="{FF2B5EF4-FFF2-40B4-BE49-F238E27FC236}">
                  <a16:creationId xmlns:a16="http://schemas.microsoft.com/office/drawing/2014/main" id="{F91AC4C9-ABDF-CD92-461A-8660E9BAB541}"/>
                </a:ext>
              </a:extLst>
            </p:cNvPr>
            <p:cNvSpPr/>
            <p:nvPr userDrawn="1"/>
          </p:nvSpPr>
          <p:spPr>
            <a:xfrm>
              <a:off x="3983336" y="4461038"/>
              <a:ext cx="1162075" cy="12065"/>
            </a:xfrm>
            <a:custGeom>
              <a:avLst/>
              <a:gdLst/>
              <a:ahLst/>
              <a:cxnLst/>
              <a:rect l="l" t="t" r="r" b="b"/>
              <a:pathLst>
                <a:path w="36312" h="377" extrusionOk="0">
                  <a:moveTo>
                    <a:pt x="0" y="0"/>
                  </a:moveTo>
                  <a:lnTo>
                    <a:pt x="0" y="136"/>
                  </a:lnTo>
                  <a:cubicBezTo>
                    <a:pt x="6289" y="162"/>
                    <a:pt x="12316" y="209"/>
                    <a:pt x="18151" y="256"/>
                  </a:cubicBezTo>
                  <a:cubicBezTo>
                    <a:pt x="23990" y="298"/>
                    <a:pt x="30023" y="350"/>
                    <a:pt x="36311" y="376"/>
                  </a:cubicBezTo>
                  <a:lnTo>
                    <a:pt x="36311" y="240"/>
                  </a:lnTo>
                  <a:cubicBezTo>
                    <a:pt x="30023" y="214"/>
                    <a:pt x="23995" y="162"/>
                    <a:pt x="18161" y="115"/>
                  </a:cubicBezTo>
                  <a:cubicBezTo>
                    <a:pt x="12322" y="73"/>
                    <a:pt x="6289" y="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4" name="Google Shape;1110;p18">
              <a:extLst>
                <a:ext uri="{FF2B5EF4-FFF2-40B4-BE49-F238E27FC236}">
                  <a16:creationId xmlns:a16="http://schemas.microsoft.com/office/drawing/2014/main" id="{4F7412D7-CE30-3A96-87B8-7DA0DDD2E1D5}"/>
                </a:ext>
              </a:extLst>
            </p:cNvPr>
            <p:cNvSpPr/>
            <p:nvPr userDrawn="1"/>
          </p:nvSpPr>
          <p:spPr>
            <a:xfrm>
              <a:off x="3983336" y="4422091"/>
              <a:ext cx="1162075" cy="12225"/>
            </a:xfrm>
            <a:custGeom>
              <a:avLst/>
              <a:gdLst/>
              <a:ahLst/>
              <a:cxnLst/>
              <a:rect l="l" t="t" r="r" b="b"/>
              <a:pathLst>
                <a:path w="36312" h="382" extrusionOk="0">
                  <a:moveTo>
                    <a:pt x="0" y="0"/>
                  </a:moveTo>
                  <a:lnTo>
                    <a:pt x="0" y="141"/>
                  </a:lnTo>
                  <a:cubicBezTo>
                    <a:pt x="6289" y="167"/>
                    <a:pt x="12316" y="220"/>
                    <a:pt x="18151" y="261"/>
                  </a:cubicBezTo>
                  <a:cubicBezTo>
                    <a:pt x="23990" y="308"/>
                    <a:pt x="30023" y="355"/>
                    <a:pt x="36311" y="381"/>
                  </a:cubicBezTo>
                  <a:lnTo>
                    <a:pt x="36311" y="246"/>
                  </a:lnTo>
                  <a:cubicBezTo>
                    <a:pt x="30023" y="220"/>
                    <a:pt x="23985" y="173"/>
                    <a:pt x="18151" y="126"/>
                  </a:cubicBezTo>
                  <a:cubicBezTo>
                    <a:pt x="12322" y="79"/>
                    <a:pt x="6289" y="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5" name="Google Shape;1111;p18">
              <a:extLst>
                <a:ext uri="{FF2B5EF4-FFF2-40B4-BE49-F238E27FC236}">
                  <a16:creationId xmlns:a16="http://schemas.microsoft.com/office/drawing/2014/main" id="{47F70498-E154-14F0-0AB9-909015DF05A9}"/>
                </a:ext>
              </a:extLst>
            </p:cNvPr>
            <p:cNvSpPr/>
            <p:nvPr userDrawn="1"/>
          </p:nvSpPr>
          <p:spPr>
            <a:xfrm>
              <a:off x="3983336" y="4383304"/>
              <a:ext cx="1162075" cy="12385"/>
            </a:xfrm>
            <a:custGeom>
              <a:avLst/>
              <a:gdLst/>
              <a:ahLst/>
              <a:cxnLst/>
              <a:rect l="l" t="t" r="r" b="b"/>
              <a:pathLst>
                <a:path w="36312" h="387" extrusionOk="0">
                  <a:moveTo>
                    <a:pt x="0" y="0"/>
                  </a:moveTo>
                  <a:lnTo>
                    <a:pt x="0" y="136"/>
                  </a:lnTo>
                  <a:cubicBezTo>
                    <a:pt x="6289" y="168"/>
                    <a:pt x="12316" y="215"/>
                    <a:pt x="18151" y="262"/>
                  </a:cubicBezTo>
                  <a:cubicBezTo>
                    <a:pt x="23990" y="309"/>
                    <a:pt x="30012" y="350"/>
                    <a:pt x="36301" y="387"/>
                  </a:cubicBezTo>
                  <a:lnTo>
                    <a:pt x="36311" y="241"/>
                  </a:lnTo>
                  <a:cubicBezTo>
                    <a:pt x="30023" y="215"/>
                    <a:pt x="23985" y="168"/>
                    <a:pt x="18151" y="126"/>
                  </a:cubicBezTo>
                  <a:cubicBezTo>
                    <a:pt x="12322" y="79"/>
                    <a:pt x="6289" y="3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6" name="Google Shape;1112;p18">
              <a:extLst>
                <a:ext uri="{FF2B5EF4-FFF2-40B4-BE49-F238E27FC236}">
                  <a16:creationId xmlns:a16="http://schemas.microsoft.com/office/drawing/2014/main" id="{61A1B90F-DC05-1CC2-FF4D-E9E1A3750C1E}"/>
                </a:ext>
              </a:extLst>
            </p:cNvPr>
            <p:cNvSpPr/>
            <p:nvPr userDrawn="1"/>
          </p:nvSpPr>
          <p:spPr>
            <a:xfrm>
              <a:off x="4041019" y="4337989"/>
              <a:ext cx="28930" cy="359420"/>
            </a:xfrm>
            <a:custGeom>
              <a:avLst/>
              <a:gdLst/>
              <a:ahLst/>
              <a:cxnLst/>
              <a:rect l="l" t="t" r="r" b="b"/>
              <a:pathLst>
                <a:path w="904" h="11231" extrusionOk="0">
                  <a:moveTo>
                    <a:pt x="126" y="1"/>
                  </a:moveTo>
                  <a:lnTo>
                    <a:pt x="0" y="64"/>
                  </a:lnTo>
                  <a:cubicBezTo>
                    <a:pt x="413" y="847"/>
                    <a:pt x="470" y="1714"/>
                    <a:pt x="470" y="2566"/>
                  </a:cubicBezTo>
                  <a:cubicBezTo>
                    <a:pt x="470" y="3412"/>
                    <a:pt x="413" y="4268"/>
                    <a:pt x="355" y="5099"/>
                  </a:cubicBezTo>
                  <a:cubicBezTo>
                    <a:pt x="308" y="5799"/>
                    <a:pt x="256" y="6519"/>
                    <a:pt x="240" y="7235"/>
                  </a:cubicBezTo>
                  <a:cubicBezTo>
                    <a:pt x="235" y="7381"/>
                    <a:pt x="235" y="7533"/>
                    <a:pt x="230" y="7668"/>
                  </a:cubicBezTo>
                  <a:cubicBezTo>
                    <a:pt x="199" y="8990"/>
                    <a:pt x="178" y="9935"/>
                    <a:pt x="778" y="11231"/>
                  </a:cubicBezTo>
                  <a:lnTo>
                    <a:pt x="904" y="11168"/>
                  </a:lnTo>
                  <a:cubicBezTo>
                    <a:pt x="314" y="9909"/>
                    <a:pt x="334" y="8969"/>
                    <a:pt x="366" y="7679"/>
                  </a:cubicBezTo>
                  <a:cubicBezTo>
                    <a:pt x="371" y="7533"/>
                    <a:pt x="371" y="7392"/>
                    <a:pt x="381" y="7240"/>
                  </a:cubicBezTo>
                  <a:cubicBezTo>
                    <a:pt x="392" y="6530"/>
                    <a:pt x="444" y="5809"/>
                    <a:pt x="491" y="5109"/>
                  </a:cubicBezTo>
                  <a:cubicBezTo>
                    <a:pt x="549" y="4273"/>
                    <a:pt x="606" y="3380"/>
                    <a:pt x="606" y="2566"/>
                  </a:cubicBezTo>
                  <a:cubicBezTo>
                    <a:pt x="606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7" name="Google Shape;1113;p18">
              <a:extLst>
                <a:ext uri="{FF2B5EF4-FFF2-40B4-BE49-F238E27FC236}">
                  <a16:creationId xmlns:a16="http://schemas.microsoft.com/office/drawing/2014/main" id="{03532ED4-6F91-D396-3974-DC8161D607E5}"/>
                </a:ext>
              </a:extLst>
            </p:cNvPr>
            <p:cNvSpPr/>
            <p:nvPr userDrawn="1"/>
          </p:nvSpPr>
          <p:spPr>
            <a:xfrm>
              <a:off x="4089471" y="4337989"/>
              <a:ext cx="28962" cy="359420"/>
            </a:xfrm>
            <a:custGeom>
              <a:avLst/>
              <a:gdLst/>
              <a:ahLst/>
              <a:cxnLst/>
              <a:rect l="l" t="t" r="r" b="b"/>
              <a:pathLst>
                <a:path w="905" h="11231" extrusionOk="0">
                  <a:moveTo>
                    <a:pt x="126" y="1"/>
                  </a:moveTo>
                  <a:lnTo>
                    <a:pt x="1" y="64"/>
                  </a:lnTo>
                  <a:cubicBezTo>
                    <a:pt x="414" y="847"/>
                    <a:pt x="471" y="1714"/>
                    <a:pt x="471" y="2566"/>
                  </a:cubicBezTo>
                  <a:cubicBezTo>
                    <a:pt x="471" y="3412"/>
                    <a:pt x="414" y="4268"/>
                    <a:pt x="356" y="5099"/>
                  </a:cubicBezTo>
                  <a:cubicBezTo>
                    <a:pt x="309" y="5799"/>
                    <a:pt x="257" y="6519"/>
                    <a:pt x="241" y="7235"/>
                  </a:cubicBezTo>
                  <a:cubicBezTo>
                    <a:pt x="236" y="7381"/>
                    <a:pt x="236" y="7533"/>
                    <a:pt x="231" y="7668"/>
                  </a:cubicBezTo>
                  <a:cubicBezTo>
                    <a:pt x="199" y="8990"/>
                    <a:pt x="178" y="9935"/>
                    <a:pt x="774" y="11231"/>
                  </a:cubicBezTo>
                  <a:lnTo>
                    <a:pt x="904" y="11168"/>
                  </a:lnTo>
                  <a:cubicBezTo>
                    <a:pt x="314" y="9909"/>
                    <a:pt x="335" y="8969"/>
                    <a:pt x="367" y="7679"/>
                  </a:cubicBezTo>
                  <a:cubicBezTo>
                    <a:pt x="372" y="7533"/>
                    <a:pt x="372" y="7392"/>
                    <a:pt x="382" y="7240"/>
                  </a:cubicBezTo>
                  <a:cubicBezTo>
                    <a:pt x="393" y="6530"/>
                    <a:pt x="445" y="5809"/>
                    <a:pt x="492" y="5109"/>
                  </a:cubicBezTo>
                  <a:cubicBezTo>
                    <a:pt x="549" y="4273"/>
                    <a:pt x="607" y="3380"/>
                    <a:pt x="607" y="2566"/>
                  </a:cubicBezTo>
                  <a:cubicBezTo>
                    <a:pt x="607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" name="Google Shape;1114;p18">
              <a:extLst>
                <a:ext uri="{FF2B5EF4-FFF2-40B4-BE49-F238E27FC236}">
                  <a16:creationId xmlns:a16="http://schemas.microsoft.com/office/drawing/2014/main" id="{779EE605-3E8C-64D3-BB78-DA5CE007B8CC}"/>
                </a:ext>
              </a:extLst>
            </p:cNvPr>
            <p:cNvSpPr/>
            <p:nvPr userDrawn="1"/>
          </p:nvSpPr>
          <p:spPr>
            <a:xfrm>
              <a:off x="4137955" y="4337989"/>
              <a:ext cx="28962" cy="359420"/>
            </a:xfrm>
            <a:custGeom>
              <a:avLst/>
              <a:gdLst/>
              <a:ahLst/>
              <a:cxnLst/>
              <a:rect l="l" t="t" r="r" b="b"/>
              <a:pathLst>
                <a:path w="905" h="11231" extrusionOk="0">
                  <a:moveTo>
                    <a:pt x="126" y="1"/>
                  </a:moveTo>
                  <a:lnTo>
                    <a:pt x="1" y="64"/>
                  </a:lnTo>
                  <a:cubicBezTo>
                    <a:pt x="413" y="847"/>
                    <a:pt x="471" y="1714"/>
                    <a:pt x="471" y="2566"/>
                  </a:cubicBezTo>
                  <a:cubicBezTo>
                    <a:pt x="471" y="3412"/>
                    <a:pt x="413" y="4268"/>
                    <a:pt x="356" y="5099"/>
                  </a:cubicBezTo>
                  <a:cubicBezTo>
                    <a:pt x="309" y="5799"/>
                    <a:pt x="257" y="6519"/>
                    <a:pt x="241" y="7235"/>
                  </a:cubicBezTo>
                  <a:cubicBezTo>
                    <a:pt x="236" y="7381"/>
                    <a:pt x="236" y="7533"/>
                    <a:pt x="230" y="7668"/>
                  </a:cubicBezTo>
                  <a:cubicBezTo>
                    <a:pt x="199" y="8990"/>
                    <a:pt x="178" y="9935"/>
                    <a:pt x="774" y="11231"/>
                  </a:cubicBezTo>
                  <a:lnTo>
                    <a:pt x="904" y="11168"/>
                  </a:lnTo>
                  <a:cubicBezTo>
                    <a:pt x="314" y="9909"/>
                    <a:pt x="335" y="8969"/>
                    <a:pt x="366" y="7679"/>
                  </a:cubicBezTo>
                  <a:cubicBezTo>
                    <a:pt x="371" y="7533"/>
                    <a:pt x="371" y="7392"/>
                    <a:pt x="382" y="7240"/>
                  </a:cubicBezTo>
                  <a:cubicBezTo>
                    <a:pt x="392" y="6530"/>
                    <a:pt x="445" y="5804"/>
                    <a:pt x="492" y="5109"/>
                  </a:cubicBezTo>
                  <a:cubicBezTo>
                    <a:pt x="549" y="4273"/>
                    <a:pt x="606" y="3380"/>
                    <a:pt x="606" y="2566"/>
                  </a:cubicBezTo>
                  <a:cubicBezTo>
                    <a:pt x="606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" name="Google Shape;1115;p18">
              <a:extLst>
                <a:ext uri="{FF2B5EF4-FFF2-40B4-BE49-F238E27FC236}">
                  <a16:creationId xmlns:a16="http://schemas.microsoft.com/office/drawing/2014/main" id="{B7995F07-A590-7FDC-69D1-45761EB95464}"/>
                </a:ext>
              </a:extLst>
            </p:cNvPr>
            <p:cNvSpPr/>
            <p:nvPr userDrawn="1"/>
          </p:nvSpPr>
          <p:spPr>
            <a:xfrm>
              <a:off x="4186439" y="4337989"/>
              <a:ext cx="28930" cy="359420"/>
            </a:xfrm>
            <a:custGeom>
              <a:avLst/>
              <a:gdLst/>
              <a:ahLst/>
              <a:cxnLst/>
              <a:rect l="l" t="t" r="r" b="b"/>
              <a:pathLst>
                <a:path w="904" h="11231" extrusionOk="0">
                  <a:moveTo>
                    <a:pt x="126" y="1"/>
                  </a:moveTo>
                  <a:lnTo>
                    <a:pt x="0" y="64"/>
                  </a:lnTo>
                  <a:cubicBezTo>
                    <a:pt x="413" y="847"/>
                    <a:pt x="470" y="1714"/>
                    <a:pt x="470" y="2566"/>
                  </a:cubicBezTo>
                  <a:cubicBezTo>
                    <a:pt x="470" y="3412"/>
                    <a:pt x="413" y="4268"/>
                    <a:pt x="355" y="5099"/>
                  </a:cubicBezTo>
                  <a:cubicBezTo>
                    <a:pt x="308" y="5799"/>
                    <a:pt x="256" y="6519"/>
                    <a:pt x="241" y="7235"/>
                  </a:cubicBezTo>
                  <a:cubicBezTo>
                    <a:pt x="235" y="7381"/>
                    <a:pt x="235" y="7533"/>
                    <a:pt x="230" y="7668"/>
                  </a:cubicBezTo>
                  <a:cubicBezTo>
                    <a:pt x="199" y="8990"/>
                    <a:pt x="178" y="9935"/>
                    <a:pt x="773" y="11231"/>
                  </a:cubicBezTo>
                  <a:lnTo>
                    <a:pt x="904" y="11168"/>
                  </a:lnTo>
                  <a:cubicBezTo>
                    <a:pt x="314" y="9909"/>
                    <a:pt x="335" y="8969"/>
                    <a:pt x="366" y="7679"/>
                  </a:cubicBezTo>
                  <a:cubicBezTo>
                    <a:pt x="371" y="7533"/>
                    <a:pt x="371" y="7392"/>
                    <a:pt x="382" y="7240"/>
                  </a:cubicBezTo>
                  <a:cubicBezTo>
                    <a:pt x="392" y="6530"/>
                    <a:pt x="444" y="5804"/>
                    <a:pt x="491" y="5109"/>
                  </a:cubicBezTo>
                  <a:cubicBezTo>
                    <a:pt x="549" y="4273"/>
                    <a:pt x="606" y="3380"/>
                    <a:pt x="606" y="2566"/>
                  </a:cubicBezTo>
                  <a:cubicBezTo>
                    <a:pt x="606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" name="Google Shape;1116;p18">
              <a:extLst>
                <a:ext uri="{FF2B5EF4-FFF2-40B4-BE49-F238E27FC236}">
                  <a16:creationId xmlns:a16="http://schemas.microsoft.com/office/drawing/2014/main" id="{0C17E0E4-C6DE-DDCF-5219-B4786708D759}"/>
                </a:ext>
              </a:extLst>
            </p:cNvPr>
            <p:cNvSpPr/>
            <p:nvPr userDrawn="1"/>
          </p:nvSpPr>
          <p:spPr>
            <a:xfrm>
              <a:off x="4234890" y="4337989"/>
              <a:ext cx="28962" cy="359420"/>
            </a:xfrm>
            <a:custGeom>
              <a:avLst/>
              <a:gdLst/>
              <a:ahLst/>
              <a:cxnLst/>
              <a:rect l="l" t="t" r="r" b="b"/>
              <a:pathLst>
                <a:path w="905" h="11231" extrusionOk="0">
                  <a:moveTo>
                    <a:pt x="126" y="1"/>
                  </a:moveTo>
                  <a:lnTo>
                    <a:pt x="1" y="64"/>
                  </a:lnTo>
                  <a:cubicBezTo>
                    <a:pt x="414" y="847"/>
                    <a:pt x="471" y="1714"/>
                    <a:pt x="471" y="2566"/>
                  </a:cubicBezTo>
                  <a:cubicBezTo>
                    <a:pt x="471" y="3412"/>
                    <a:pt x="414" y="4268"/>
                    <a:pt x="356" y="5099"/>
                  </a:cubicBezTo>
                  <a:cubicBezTo>
                    <a:pt x="309" y="5799"/>
                    <a:pt x="257" y="6519"/>
                    <a:pt x="241" y="7235"/>
                  </a:cubicBezTo>
                  <a:cubicBezTo>
                    <a:pt x="236" y="7381"/>
                    <a:pt x="236" y="7533"/>
                    <a:pt x="231" y="7668"/>
                  </a:cubicBezTo>
                  <a:cubicBezTo>
                    <a:pt x="199" y="8990"/>
                    <a:pt x="179" y="9935"/>
                    <a:pt x="774" y="11231"/>
                  </a:cubicBezTo>
                  <a:lnTo>
                    <a:pt x="905" y="11168"/>
                  </a:lnTo>
                  <a:cubicBezTo>
                    <a:pt x="314" y="9909"/>
                    <a:pt x="335" y="8969"/>
                    <a:pt x="367" y="7679"/>
                  </a:cubicBezTo>
                  <a:cubicBezTo>
                    <a:pt x="372" y="7533"/>
                    <a:pt x="372" y="7392"/>
                    <a:pt x="382" y="7240"/>
                  </a:cubicBezTo>
                  <a:cubicBezTo>
                    <a:pt x="393" y="6530"/>
                    <a:pt x="445" y="5804"/>
                    <a:pt x="492" y="5109"/>
                  </a:cubicBezTo>
                  <a:cubicBezTo>
                    <a:pt x="549" y="4273"/>
                    <a:pt x="607" y="3380"/>
                    <a:pt x="607" y="2566"/>
                  </a:cubicBezTo>
                  <a:cubicBezTo>
                    <a:pt x="607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" name="Google Shape;1117;p18">
              <a:extLst>
                <a:ext uri="{FF2B5EF4-FFF2-40B4-BE49-F238E27FC236}">
                  <a16:creationId xmlns:a16="http://schemas.microsoft.com/office/drawing/2014/main" id="{041490AB-CFD5-4E48-1473-CC643CD02738}"/>
                </a:ext>
              </a:extLst>
            </p:cNvPr>
            <p:cNvSpPr/>
            <p:nvPr userDrawn="1"/>
          </p:nvSpPr>
          <p:spPr>
            <a:xfrm>
              <a:off x="4283374" y="4337989"/>
              <a:ext cx="28962" cy="359420"/>
            </a:xfrm>
            <a:custGeom>
              <a:avLst/>
              <a:gdLst/>
              <a:ahLst/>
              <a:cxnLst/>
              <a:rect l="l" t="t" r="r" b="b"/>
              <a:pathLst>
                <a:path w="905" h="11231" extrusionOk="0">
                  <a:moveTo>
                    <a:pt x="126" y="1"/>
                  </a:moveTo>
                  <a:lnTo>
                    <a:pt x="1" y="64"/>
                  </a:lnTo>
                  <a:cubicBezTo>
                    <a:pt x="413" y="847"/>
                    <a:pt x="471" y="1714"/>
                    <a:pt x="471" y="2566"/>
                  </a:cubicBezTo>
                  <a:cubicBezTo>
                    <a:pt x="471" y="3412"/>
                    <a:pt x="413" y="4268"/>
                    <a:pt x="351" y="5099"/>
                  </a:cubicBezTo>
                  <a:cubicBezTo>
                    <a:pt x="309" y="5799"/>
                    <a:pt x="257" y="6519"/>
                    <a:pt x="241" y="7235"/>
                  </a:cubicBezTo>
                  <a:cubicBezTo>
                    <a:pt x="236" y="7381"/>
                    <a:pt x="236" y="7533"/>
                    <a:pt x="230" y="7668"/>
                  </a:cubicBezTo>
                  <a:cubicBezTo>
                    <a:pt x="199" y="8990"/>
                    <a:pt x="178" y="9935"/>
                    <a:pt x="774" y="11231"/>
                  </a:cubicBezTo>
                  <a:lnTo>
                    <a:pt x="904" y="11168"/>
                  </a:lnTo>
                  <a:cubicBezTo>
                    <a:pt x="314" y="9909"/>
                    <a:pt x="335" y="8969"/>
                    <a:pt x="366" y="7679"/>
                  </a:cubicBezTo>
                  <a:cubicBezTo>
                    <a:pt x="372" y="7533"/>
                    <a:pt x="372" y="7392"/>
                    <a:pt x="382" y="7240"/>
                  </a:cubicBezTo>
                  <a:cubicBezTo>
                    <a:pt x="392" y="6530"/>
                    <a:pt x="445" y="5804"/>
                    <a:pt x="492" y="5109"/>
                  </a:cubicBezTo>
                  <a:cubicBezTo>
                    <a:pt x="549" y="4273"/>
                    <a:pt x="607" y="3380"/>
                    <a:pt x="607" y="2566"/>
                  </a:cubicBezTo>
                  <a:cubicBezTo>
                    <a:pt x="607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" name="Google Shape;1118;p18">
              <a:extLst>
                <a:ext uri="{FF2B5EF4-FFF2-40B4-BE49-F238E27FC236}">
                  <a16:creationId xmlns:a16="http://schemas.microsoft.com/office/drawing/2014/main" id="{3D27D052-BB17-3134-DBB0-9C8FCBDA91C4}"/>
                </a:ext>
              </a:extLst>
            </p:cNvPr>
            <p:cNvSpPr/>
            <p:nvPr userDrawn="1"/>
          </p:nvSpPr>
          <p:spPr>
            <a:xfrm>
              <a:off x="4331698" y="4337989"/>
              <a:ext cx="30114" cy="361276"/>
            </a:xfrm>
            <a:custGeom>
              <a:avLst/>
              <a:gdLst/>
              <a:ahLst/>
              <a:cxnLst/>
              <a:rect l="l" t="t" r="r" b="b"/>
              <a:pathLst>
                <a:path w="941" h="11289" extrusionOk="0">
                  <a:moveTo>
                    <a:pt x="126" y="1"/>
                  </a:moveTo>
                  <a:lnTo>
                    <a:pt x="0" y="64"/>
                  </a:lnTo>
                  <a:cubicBezTo>
                    <a:pt x="408" y="847"/>
                    <a:pt x="470" y="1714"/>
                    <a:pt x="470" y="2566"/>
                  </a:cubicBezTo>
                  <a:cubicBezTo>
                    <a:pt x="470" y="3412"/>
                    <a:pt x="408" y="4268"/>
                    <a:pt x="350" y="5099"/>
                  </a:cubicBezTo>
                  <a:cubicBezTo>
                    <a:pt x="303" y="5799"/>
                    <a:pt x="251" y="6519"/>
                    <a:pt x="240" y="7235"/>
                  </a:cubicBezTo>
                  <a:lnTo>
                    <a:pt x="240" y="7501"/>
                  </a:lnTo>
                  <a:cubicBezTo>
                    <a:pt x="209" y="8917"/>
                    <a:pt x="188" y="9941"/>
                    <a:pt x="815" y="11288"/>
                  </a:cubicBezTo>
                  <a:lnTo>
                    <a:pt x="940" y="11225"/>
                  </a:lnTo>
                  <a:cubicBezTo>
                    <a:pt x="324" y="9909"/>
                    <a:pt x="345" y="8901"/>
                    <a:pt x="376" y="7501"/>
                  </a:cubicBezTo>
                  <a:lnTo>
                    <a:pt x="376" y="7240"/>
                  </a:lnTo>
                  <a:cubicBezTo>
                    <a:pt x="392" y="6530"/>
                    <a:pt x="444" y="5809"/>
                    <a:pt x="491" y="5109"/>
                  </a:cubicBezTo>
                  <a:cubicBezTo>
                    <a:pt x="549" y="4273"/>
                    <a:pt x="606" y="3380"/>
                    <a:pt x="606" y="2566"/>
                  </a:cubicBezTo>
                  <a:cubicBezTo>
                    <a:pt x="606" y="1751"/>
                    <a:pt x="549" y="81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" name="Google Shape;1119;p18">
              <a:extLst>
                <a:ext uri="{FF2B5EF4-FFF2-40B4-BE49-F238E27FC236}">
                  <a16:creationId xmlns:a16="http://schemas.microsoft.com/office/drawing/2014/main" id="{9E60178E-9D33-FA2F-FC77-616C0C1A5FDA}"/>
                </a:ext>
              </a:extLst>
            </p:cNvPr>
            <p:cNvSpPr/>
            <p:nvPr userDrawn="1"/>
          </p:nvSpPr>
          <p:spPr>
            <a:xfrm>
              <a:off x="4380342" y="4338341"/>
              <a:ext cx="26914" cy="361084"/>
            </a:xfrm>
            <a:custGeom>
              <a:avLst/>
              <a:gdLst/>
              <a:ahLst/>
              <a:cxnLst/>
              <a:rect l="l" t="t" r="r" b="b"/>
              <a:pathLst>
                <a:path w="841" h="11283" extrusionOk="0">
                  <a:moveTo>
                    <a:pt x="120" y="0"/>
                  </a:moveTo>
                  <a:lnTo>
                    <a:pt x="0" y="63"/>
                  </a:lnTo>
                  <a:cubicBezTo>
                    <a:pt x="413" y="862"/>
                    <a:pt x="460" y="1745"/>
                    <a:pt x="465" y="2607"/>
                  </a:cubicBezTo>
                  <a:cubicBezTo>
                    <a:pt x="470" y="3469"/>
                    <a:pt x="407" y="4336"/>
                    <a:pt x="345" y="5176"/>
                  </a:cubicBezTo>
                  <a:cubicBezTo>
                    <a:pt x="303" y="5892"/>
                    <a:pt x="251" y="6623"/>
                    <a:pt x="235" y="7344"/>
                  </a:cubicBezTo>
                  <a:cubicBezTo>
                    <a:pt x="230" y="7574"/>
                    <a:pt x="225" y="7798"/>
                    <a:pt x="214" y="7997"/>
                  </a:cubicBezTo>
                  <a:cubicBezTo>
                    <a:pt x="178" y="9188"/>
                    <a:pt x="152" y="10050"/>
                    <a:pt x="710" y="11282"/>
                  </a:cubicBezTo>
                  <a:lnTo>
                    <a:pt x="841" y="11230"/>
                  </a:lnTo>
                  <a:cubicBezTo>
                    <a:pt x="287" y="10018"/>
                    <a:pt x="313" y="9219"/>
                    <a:pt x="355" y="8007"/>
                  </a:cubicBezTo>
                  <a:cubicBezTo>
                    <a:pt x="360" y="7793"/>
                    <a:pt x="366" y="7579"/>
                    <a:pt x="371" y="7344"/>
                  </a:cubicBezTo>
                  <a:cubicBezTo>
                    <a:pt x="387" y="6629"/>
                    <a:pt x="439" y="5897"/>
                    <a:pt x="486" y="5192"/>
                  </a:cubicBezTo>
                  <a:cubicBezTo>
                    <a:pt x="543" y="4341"/>
                    <a:pt x="606" y="3427"/>
                    <a:pt x="606" y="2607"/>
                  </a:cubicBezTo>
                  <a:cubicBezTo>
                    <a:pt x="606" y="1781"/>
                    <a:pt x="548" y="82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" name="Google Shape;1120;p18">
              <a:extLst>
                <a:ext uri="{FF2B5EF4-FFF2-40B4-BE49-F238E27FC236}">
                  <a16:creationId xmlns:a16="http://schemas.microsoft.com/office/drawing/2014/main" id="{049C042E-28FD-BA42-8229-FDF01F6890BC}"/>
                </a:ext>
              </a:extLst>
            </p:cNvPr>
            <p:cNvSpPr/>
            <p:nvPr userDrawn="1"/>
          </p:nvSpPr>
          <p:spPr>
            <a:xfrm>
              <a:off x="4428793" y="4338341"/>
              <a:ext cx="26946" cy="361564"/>
            </a:xfrm>
            <a:custGeom>
              <a:avLst/>
              <a:gdLst/>
              <a:ahLst/>
              <a:cxnLst/>
              <a:rect l="l" t="t" r="r" b="b"/>
              <a:pathLst>
                <a:path w="842" h="11298" extrusionOk="0">
                  <a:moveTo>
                    <a:pt x="121" y="0"/>
                  </a:moveTo>
                  <a:lnTo>
                    <a:pt x="1" y="63"/>
                  </a:lnTo>
                  <a:cubicBezTo>
                    <a:pt x="413" y="862"/>
                    <a:pt x="466" y="1745"/>
                    <a:pt x="466" y="2607"/>
                  </a:cubicBezTo>
                  <a:cubicBezTo>
                    <a:pt x="466" y="3469"/>
                    <a:pt x="408" y="4336"/>
                    <a:pt x="345" y="5176"/>
                  </a:cubicBezTo>
                  <a:cubicBezTo>
                    <a:pt x="304" y="5887"/>
                    <a:pt x="251" y="6623"/>
                    <a:pt x="236" y="7344"/>
                  </a:cubicBezTo>
                  <a:cubicBezTo>
                    <a:pt x="231" y="7569"/>
                    <a:pt x="225" y="7778"/>
                    <a:pt x="215" y="7976"/>
                  </a:cubicBezTo>
                  <a:cubicBezTo>
                    <a:pt x="178" y="9183"/>
                    <a:pt x="152" y="10050"/>
                    <a:pt x="722" y="11298"/>
                  </a:cubicBezTo>
                  <a:lnTo>
                    <a:pt x="842" y="11235"/>
                  </a:lnTo>
                  <a:cubicBezTo>
                    <a:pt x="288" y="10024"/>
                    <a:pt x="314" y="9214"/>
                    <a:pt x="356" y="7987"/>
                  </a:cubicBezTo>
                  <a:cubicBezTo>
                    <a:pt x="361" y="7783"/>
                    <a:pt x="366" y="7574"/>
                    <a:pt x="372" y="7344"/>
                  </a:cubicBezTo>
                  <a:cubicBezTo>
                    <a:pt x="387" y="6629"/>
                    <a:pt x="440" y="5897"/>
                    <a:pt x="487" y="5192"/>
                  </a:cubicBezTo>
                  <a:cubicBezTo>
                    <a:pt x="544" y="4341"/>
                    <a:pt x="607" y="3427"/>
                    <a:pt x="607" y="2607"/>
                  </a:cubicBezTo>
                  <a:cubicBezTo>
                    <a:pt x="607" y="1781"/>
                    <a:pt x="549" y="820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" name="Google Shape;1121;p18">
              <a:extLst>
                <a:ext uri="{FF2B5EF4-FFF2-40B4-BE49-F238E27FC236}">
                  <a16:creationId xmlns:a16="http://schemas.microsoft.com/office/drawing/2014/main" id="{4031DC3F-A45C-5EB6-0609-3AE965475769}"/>
                </a:ext>
              </a:extLst>
            </p:cNvPr>
            <p:cNvSpPr/>
            <p:nvPr userDrawn="1"/>
          </p:nvSpPr>
          <p:spPr>
            <a:xfrm>
              <a:off x="4477277" y="4338341"/>
              <a:ext cx="27266" cy="361916"/>
            </a:xfrm>
            <a:custGeom>
              <a:avLst/>
              <a:gdLst/>
              <a:ahLst/>
              <a:cxnLst/>
              <a:rect l="l" t="t" r="r" b="b"/>
              <a:pathLst>
                <a:path w="852" h="11309" extrusionOk="0">
                  <a:moveTo>
                    <a:pt x="121" y="0"/>
                  </a:moveTo>
                  <a:lnTo>
                    <a:pt x="0" y="63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58"/>
                    <a:pt x="408" y="4336"/>
                    <a:pt x="345" y="5176"/>
                  </a:cubicBezTo>
                  <a:cubicBezTo>
                    <a:pt x="303" y="5887"/>
                    <a:pt x="251" y="6623"/>
                    <a:pt x="235" y="7344"/>
                  </a:cubicBezTo>
                  <a:cubicBezTo>
                    <a:pt x="230" y="7558"/>
                    <a:pt x="225" y="7762"/>
                    <a:pt x="215" y="7950"/>
                  </a:cubicBezTo>
                  <a:cubicBezTo>
                    <a:pt x="178" y="9172"/>
                    <a:pt x="152" y="10055"/>
                    <a:pt x="726" y="11308"/>
                  </a:cubicBezTo>
                  <a:lnTo>
                    <a:pt x="852" y="11251"/>
                  </a:lnTo>
                  <a:cubicBezTo>
                    <a:pt x="288" y="10029"/>
                    <a:pt x="314" y="9203"/>
                    <a:pt x="356" y="7960"/>
                  </a:cubicBezTo>
                  <a:cubicBezTo>
                    <a:pt x="361" y="7762"/>
                    <a:pt x="366" y="7558"/>
                    <a:pt x="371" y="7344"/>
                  </a:cubicBezTo>
                  <a:cubicBezTo>
                    <a:pt x="387" y="6629"/>
                    <a:pt x="439" y="5897"/>
                    <a:pt x="486" y="5182"/>
                  </a:cubicBezTo>
                  <a:cubicBezTo>
                    <a:pt x="544" y="4341"/>
                    <a:pt x="606" y="3432"/>
                    <a:pt x="606" y="2607"/>
                  </a:cubicBezTo>
                  <a:cubicBezTo>
                    <a:pt x="606" y="1776"/>
                    <a:pt x="549" y="820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" name="Google Shape;1122;p18">
              <a:extLst>
                <a:ext uri="{FF2B5EF4-FFF2-40B4-BE49-F238E27FC236}">
                  <a16:creationId xmlns:a16="http://schemas.microsoft.com/office/drawing/2014/main" id="{6084D1EF-494C-6C17-2CEE-625C3CAEFA0A}"/>
                </a:ext>
              </a:extLst>
            </p:cNvPr>
            <p:cNvSpPr/>
            <p:nvPr userDrawn="1"/>
          </p:nvSpPr>
          <p:spPr>
            <a:xfrm>
              <a:off x="4525761" y="4338341"/>
              <a:ext cx="27586" cy="362748"/>
            </a:xfrm>
            <a:custGeom>
              <a:avLst/>
              <a:gdLst/>
              <a:ahLst/>
              <a:cxnLst/>
              <a:rect l="l" t="t" r="r" b="b"/>
              <a:pathLst>
                <a:path w="862" h="11335" extrusionOk="0">
                  <a:moveTo>
                    <a:pt x="120" y="0"/>
                  </a:moveTo>
                  <a:lnTo>
                    <a:pt x="0" y="63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63"/>
                    <a:pt x="402" y="4336"/>
                    <a:pt x="345" y="5176"/>
                  </a:cubicBezTo>
                  <a:cubicBezTo>
                    <a:pt x="303" y="5882"/>
                    <a:pt x="246" y="6623"/>
                    <a:pt x="235" y="7344"/>
                  </a:cubicBezTo>
                  <a:cubicBezTo>
                    <a:pt x="230" y="7543"/>
                    <a:pt x="225" y="7731"/>
                    <a:pt x="225" y="7908"/>
                  </a:cubicBezTo>
                  <a:cubicBezTo>
                    <a:pt x="183" y="9162"/>
                    <a:pt x="157" y="10060"/>
                    <a:pt x="737" y="11335"/>
                  </a:cubicBezTo>
                  <a:lnTo>
                    <a:pt x="862" y="11277"/>
                  </a:lnTo>
                  <a:cubicBezTo>
                    <a:pt x="293" y="10034"/>
                    <a:pt x="319" y="9193"/>
                    <a:pt x="361" y="7913"/>
                  </a:cubicBezTo>
                  <a:cubicBezTo>
                    <a:pt x="361" y="7731"/>
                    <a:pt x="366" y="7543"/>
                    <a:pt x="371" y="7344"/>
                  </a:cubicBezTo>
                  <a:cubicBezTo>
                    <a:pt x="387" y="6629"/>
                    <a:pt x="439" y="5897"/>
                    <a:pt x="486" y="5187"/>
                  </a:cubicBezTo>
                  <a:cubicBezTo>
                    <a:pt x="543" y="4341"/>
                    <a:pt x="616" y="3437"/>
                    <a:pt x="606" y="2607"/>
                  </a:cubicBezTo>
                  <a:cubicBezTo>
                    <a:pt x="601" y="1776"/>
                    <a:pt x="549" y="82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" name="Google Shape;1123;p18">
              <a:extLst>
                <a:ext uri="{FF2B5EF4-FFF2-40B4-BE49-F238E27FC236}">
                  <a16:creationId xmlns:a16="http://schemas.microsoft.com/office/drawing/2014/main" id="{7F0986D3-C46B-1E88-6F60-5638C6971C8D}"/>
                </a:ext>
              </a:extLst>
            </p:cNvPr>
            <p:cNvSpPr/>
            <p:nvPr userDrawn="1"/>
          </p:nvSpPr>
          <p:spPr>
            <a:xfrm>
              <a:off x="4574213" y="4338341"/>
              <a:ext cx="27618" cy="362748"/>
            </a:xfrm>
            <a:custGeom>
              <a:avLst/>
              <a:gdLst/>
              <a:ahLst/>
              <a:cxnLst/>
              <a:rect l="l" t="t" r="r" b="b"/>
              <a:pathLst>
                <a:path w="863" h="11335" extrusionOk="0">
                  <a:moveTo>
                    <a:pt x="121" y="0"/>
                  </a:moveTo>
                  <a:lnTo>
                    <a:pt x="1" y="63"/>
                  </a:lnTo>
                  <a:cubicBezTo>
                    <a:pt x="413" y="857"/>
                    <a:pt x="466" y="1750"/>
                    <a:pt x="466" y="2607"/>
                  </a:cubicBezTo>
                  <a:cubicBezTo>
                    <a:pt x="466" y="3463"/>
                    <a:pt x="403" y="4336"/>
                    <a:pt x="346" y="5176"/>
                  </a:cubicBezTo>
                  <a:cubicBezTo>
                    <a:pt x="299" y="5882"/>
                    <a:pt x="246" y="6623"/>
                    <a:pt x="236" y="7339"/>
                  </a:cubicBezTo>
                  <a:cubicBezTo>
                    <a:pt x="231" y="7543"/>
                    <a:pt x="225" y="7725"/>
                    <a:pt x="225" y="7908"/>
                  </a:cubicBezTo>
                  <a:cubicBezTo>
                    <a:pt x="184" y="9162"/>
                    <a:pt x="158" y="10060"/>
                    <a:pt x="737" y="11335"/>
                  </a:cubicBezTo>
                  <a:lnTo>
                    <a:pt x="863" y="11277"/>
                  </a:lnTo>
                  <a:cubicBezTo>
                    <a:pt x="293" y="10034"/>
                    <a:pt x="319" y="9193"/>
                    <a:pt x="361" y="7913"/>
                  </a:cubicBezTo>
                  <a:cubicBezTo>
                    <a:pt x="361" y="7731"/>
                    <a:pt x="366" y="7543"/>
                    <a:pt x="372" y="7344"/>
                  </a:cubicBezTo>
                  <a:cubicBezTo>
                    <a:pt x="387" y="6623"/>
                    <a:pt x="440" y="5887"/>
                    <a:pt x="487" y="5187"/>
                  </a:cubicBezTo>
                  <a:cubicBezTo>
                    <a:pt x="544" y="4341"/>
                    <a:pt x="617" y="3437"/>
                    <a:pt x="607" y="2607"/>
                  </a:cubicBezTo>
                  <a:cubicBezTo>
                    <a:pt x="602" y="1776"/>
                    <a:pt x="549" y="815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" name="Google Shape;1124;p18">
              <a:extLst>
                <a:ext uri="{FF2B5EF4-FFF2-40B4-BE49-F238E27FC236}">
                  <a16:creationId xmlns:a16="http://schemas.microsoft.com/office/drawing/2014/main" id="{06DFC1C2-AC5D-7015-2010-D4F083BF7694}"/>
                </a:ext>
              </a:extLst>
            </p:cNvPr>
            <p:cNvSpPr/>
            <p:nvPr userDrawn="1"/>
          </p:nvSpPr>
          <p:spPr>
            <a:xfrm>
              <a:off x="4622522" y="4338341"/>
              <a:ext cx="27778" cy="362908"/>
            </a:xfrm>
            <a:custGeom>
              <a:avLst/>
              <a:gdLst/>
              <a:ahLst/>
              <a:cxnLst/>
              <a:rect l="l" t="t" r="r" b="b"/>
              <a:pathLst>
                <a:path w="868" h="11340" extrusionOk="0">
                  <a:moveTo>
                    <a:pt x="121" y="0"/>
                  </a:moveTo>
                  <a:lnTo>
                    <a:pt x="1" y="58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63"/>
                    <a:pt x="408" y="4330"/>
                    <a:pt x="345" y="5176"/>
                  </a:cubicBezTo>
                  <a:cubicBezTo>
                    <a:pt x="303" y="5882"/>
                    <a:pt x="246" y="6613"/>
                    <a:pt x="236" y="7339"/>
                  </a:cubicBezTo>
                  <a:cubicBezTo>
                    <a:pt x="230" y="7527"/>
                    <a:pt x="225" y="7710"/>
                    <a:pt x="225" y="7882"/>
                  </a:cubicBezTo>
                  <a:cubicBezTo>
                    <a:pt x="183" y="9146"/>
                    <a:pt x="157" y="10065"/>
                    <a:pt x="747" y="11340"/>
                  </a:cubicBezTo>
                  <a:lnTo>
                    <a:pt x="868" y="11288"/>
                  </a:lnTo>
                  <a:cubicBezTo>
                    <a:pt x="293" y="10034"/>
                    <a:pt x="319" y="9136"/>
                    <a:pt x="361" y="7887"/>
                  </a:cubicBezTo>
                  <a:cubicBezTo>
                    <a:pt x="361" y="7710"/>
                    <a:pt x="366" y="7537"/>
                    <a:pt x="371" y="7344"/>
                  </a:cubicBezTo>
                  <a:cubicBezTo>
                    <a:pt x="387" y="6623"/>
                    <a:pt x="439" y="5887"/>
                    <a:pt x="486" y="5187"/>
                  </a:cubicBezTo>
                  <a:cubicBezTo>
                    <a:pt x="544" y="4341"/>
                    <a:pt x="617" y="3437"/>
                    <a:pt x="606" y="2607"/>
                  </a:cubicBezTo>
                  <a:cubicBezTo>
                    <a:pt x="601" y="1776"/>
                    <a:pt x="549" y="815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1125;p18">
              <a:extLst>
                <a:ext uri="{FF2B5EF4-FFF2-40B4-BE49-F238E27FC236}">
                  <a16:creationId xmlns:a16="http://schemas.microsoft.com/office/drawing/2014/main" id="{7204E79B-B247-72EF-94D2-EF8D6D1579C5}"/>
                </a:ext>
              </a:extLst>
            </p:cNvPr>
            <p:cNvSpPr/>
            <p:nvPr userDrawn="1"/>
          </p:nvSpPr>
          <p:spPr>
            <a:xfrm>
              <a:off x="4671005" y="4338181"/>
              <a:ext cx="28450" cy="364732"/>
            </a:xfrm>
            <a:custGeom>
              <a:avLst/>
              <a:gdLst/>
              <a:ahLst/>
              <a:cxnLst/>
              <a:rect l="l" t="t" r="r" b="b"/>
              <a:pathLst>
                <a:path w="889" h="11397" extrusionOk="0">
                  <a:moveTo>
                    <a:pt x="120" y="0"/>
                  </a:moveTo>
                  <a:lnTo>
                    <a:pt x="0" y="63"/>
                  </a:lnTo>
                  <a:cubicBezTo>
                    <a:pt x="413" y="862"/>
                    <a:pt x="465" y="1739"/>
                    <a:pt x="465" y="2601"/>
                  </a:cubicBezTo>
                  <a:cubicBezTo>
                    <a:pt x="465" y="3463"/>
                    <a:pt x="402" y="4335"/>
                    <a:pt x="345" y="5176"/>
                  </a:cubicBezTo>
                  <a:cubicBezTo>
                    <a:pt x="298" y="5887"/>
                    <a:pt x="246" y="6618"/>
                    <a:pt x="235" y="7344"/>
                  </a:cubicBezTo>
                  <a:cubicBezTo>
                    <a:pt x="230" y="7501"/>
                    <a:pt x="230" y="7647"/>
                    <a:pt x="225" y="7788"/>
                  </a:cubicBezTo>
                  <a:cubicBezTo>
                    <a:pt x="188" y="9125"/>
                    <a:pt x="162" y="10086"/>
                    <a:pt x="763" y="11397"/>
                  </a:cubicBezTo>
                  <a:lnTo>
                    <a:pt x="888" y="11340"/>
                  </a:lnTo>
                  <a:cubicBezTo>
                    <a:pt x="303" y="10060"/>
                    <a:pt x="329" y="9104"/>
                    <a:pt x="361" y="7793"/>
                  </a:cubicBezTo>
                  <a:cubicBezTo>
                    <a:pt x="366" y="7652"/>
                    <a:pt x="366" y="7501"/>
                    <a:pt x="371" y="7344"/>
                  </a:cubicBezTo>
                  <a:cubicBezTo>
                    <a:pt x="387" y="6623"/>
                    <a:pt x="439" y="5892"/>
                    <a:pt x="486" y="5187"/>
                  </a:cubicBezTo>
                  <a:cubicBezTo>
                    <a:pt x="543" y="4341"/>
                    <a:pt x="617" y="3427"/>
                    <a:pt x="606" y="2601"/>
                  </a:cubicBezTo>
                  <a:cubicBezTo>
                    <a:pt x="601" y="1781"/>
                    <a:pt x="549" y="82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" name="Google Shape;1126;p18">
              <a:extLst>
                <a:ext uri="{FF2B5EF4-FFF2-40B4-BE49-F238E27FC236}">
                  <a16:creationId xmlns:a16="http://schemas.microsoft.com/office/drawing/2014/main" id="{6E66F9C2-D443-E0D7-74E1-FF629FF7334B}"/>
                </a:ext>
              </a:extLst>
            </p:cNvPr>
            <p:cNvSpPr/>
            <p:nvPr userDrawn="1"/>
          </p:nvSpPr>
          <p:spPr>
            <a:xfrm>
              <a:off x="4719457" y="4338181"/>
              <a:ext cx="28450" cy="364572"/>
            </a:xfrm>
            <a:custGeom>
              <a:avLst/>
              <a:gdLst/>
              <a:ahLst/>
              <a:cxnLst/>
              <a:rect l="l" t="t" r="r" b="b"/>
              <a:pathLst>
                <a:path w="889" h="11392" extrusionOk="0">
                  <a:moveTo>
                    <a:pt x="121" y="0"/>
                  </a:moveTo>
                  <a:lnTo>
                    <a:pt x="1" y="63"/>
                  </a:lnTo>
                  <a:cubicBezTo>
                    <a:pt x="414" y="862"/>
                    <a:pt x="466" y="1745"/>
                    <a:pt x="466" y="2607"/>
                  </a:cubicBezTo>
                  <a:cubicBezTo>
                    <a:pt x="466" y="3468"/>
                    <a:pt x="403" y="4335"/>
                    <a:pt x="346" y="5176"/>
                  </a:cubicBezTo>
                  <a:cubicBezTo>
                    <a:pt x="299" y="5887"/>
                    <a:pt x="246" y="6618"/>
                    <a:pt x="236" y="7344"/>
                  </a:cubicBezTo>
                  <a:cubicBezTo>
                    <a:pt x="231" y="7495"/>
                    <a:pt x="231" y="7647"/>
                    <a:pt x="220" y="7788"/>
                  </a:cubicBezTo>
                  <a:cubicBezTo>
                    <a:pt x="189" y="9120"/>
                    <a:pt x="163" y="10086"/>
                    <a:pt x="764" y="11392"/>
                  </a:cubicBezTo>
                  <a:lnTo>
                    <a:pt x="889" y="11340"/>
                  </a:lnTo>
                  <a:cubicBezTo>
                    <a:pt x="304" y="10060"/>
                    <a:pt x="330" y="9109"/>
                    <a:pt x="361" y="7793"/>
                  </a:cubicBezTo>
                  <a:cubicBezTo>
                    <a:pt x="367" y="7652"/>
                    <a:pt x="367" y="7501"/>
                    <a:pt x="372" y="7344"/>
                  </a:cubicBezTo>
                  <a:cubicBezTo>
                    <a:pt x="387" y="6628"/>
                    <a:pt x="440" y="5897"/>
                    <a:pt x="481" y="5192"/>
                  </a:cubicBezTo>
                  <a:cubicBezTo>
                    <a:pt x="544" y="4341"/>
                    <a:pt x="602" y="3427"/>
                    <a:pt x="602" y="2607"/>
                  </a:cubicBezTo>
                  <a:cubicBezTo>
                    <a:pt x="602" y="1781"/>
                    <a:pt x="549" y="820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1127;p18">
              <a:extLst>
                <a:ext uri="{FF2B5EF4-FFF2-40B4-BE49-F238E27FC236}">
                  <a16:creationId xmlns:a16="http://schemas.microsoft.com/office/drawing/2014/main" id="{E63C8F8A-F2F5-5DDC-3A2C-56E151BE532D}"/>
                </a:ext>
              </a:extLst>
            </p:cNvPr>
            <p:cNvSpPr/>
            <p:nvPr userDrawn="1"/>
          </p:nvSpPr>
          <p:spPr>
            <a:xfrm>
              <a:off x="4767941" y="4338181"/>
              <a:ext cx="28450" cy="364572"/>
            </a:xfrm>
            <a:custGeom>
              <a:avLst/>
              <a:gdLst/>
              <a:ahLst/>
              <a:cxnLst/>
              <a:rect l="l" t="t" r="r" b="b"/>
              <a:pathLst>
                <a:path w="889" h="11392" extrusionOk="0">
                  <a:moveTo>
                    <a:pt x="116" y="0"/>
                  </a:moveTo>
                  <a:lnTo>
                    <a:pt x="1" y="63"/>
                  </a:lnTo>
                  <a:cubicBezTo>
                    <a:pt x="413" y="862"/>
                    <a:pt x="465" y="1745"/>
                    <a:pt x="465" y="2607"/>
                  </a:cubicBezTo>
                  <a:cubicBezTo>
                    <a:pt x="465" y="3468"/>
                    <a:pt x="403" y="4335"/>
                    <a:pt x="345" y="5176"/>
                  </a:cubicBezTo>
                  <a:cubicBezTo>
                    <a:pt x="298" y="5887"/>
                    <a:pt x="246" y="6618"/>
                    <a:pt x="236" y="7344"/>
                  </a:cubicBezTo>
                  <a:cubicBezTo>
                    <a:pt x="230" y="7495"/>
                    <a:pt x="230" y="7647"/>
                    <a:pt x="220" y="7788"/>
                  </a:cubicBezTo>
                  <a:cubicBezTo>
                    <a:pt x="189" y="9120"/>
                    <a:pt x="163" y="10086"/>
                    <a:pt x="763" y="11392"/>
                  </a:cubicBezTo>
                  <a:lnTo>
                    <a:pt x="889" y="11340"/>
                  </a:lnTo>
                  <a:cubicBezTo>
                    <a:pt x="304" y="10055"/>
                    <a:pt x="330" y="9109"/>
                    <a:pt x="361" y="7793"/>
                  </a:cubicBezTo>
                  <a:cubicBezTo>
                    <a:pt x="366" y="7652"/>
                    <a:pt x="366" y="7501"/>
                    <a:pt x="371" y="7344"/>
                  </a:cubicBezTo>
                  <a:cubicBezTo>
                    <a:pt x="387" y="6628"/>
                    <a:pt x="439" y="5897"/>
                    <a:pt x="481" y="5192"/>
                  </a:cubicBezTo>
                  <a:cubicBezTo>
                    <a:pt x="544" y="4341"/>
                    <a:pt x="601" y="3432"/>
                    <a:pt x="601" y="2607"/>
                  </a:cubicBezTo>
                  <a:cubicBezTo>
                    <a:pt x="601" y="1776"/>
                    <a:pt x="549" y="820"/>
                    <a:pt x="1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1128;p18">
              <a:extLst>
                <a:ext uri="{FF2B5EF4-FFF2-40B4-BE49-F238E27FC236}">
                  <a16:creationId xmlns:a16="http://schemas.microsoft.com/office/drawing/2014/main" id="{1BDF723F-FE14-D86B-7801-6BADCE28FB01}"/>
                </a:ext>
              </a:extLst>
            </p:cNvPr>
            <p:cNvSpPr/>
            <p:nvPr userDrawn="1"/>
          </p:nvSpPr>
          <p:spPr>
            <a:xfrm>
              <a:off x="4816425" y="4338181"/>
              <a:ext cx="28450" cy="364572"/>
            </a:xfrm>
            <a:custGeom>
              <a:avLst/>
              <a:gdLst/>
              <a:ahLst/>
              <a:cxnLst/>
              <a:rect l="l" t="t" r="r" b="b"/>
              <a:pathLst>
                <a:path w="889" h="11392" extrusionOk="0">
                  <a:moveTo>
                    <a:pt x="120" y="0"/>
                  </a:moveTo>
                  <a:lnTo>
                    <a:pt x="0" y="63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58"/>
                    <a:pt x="403" y="4335"/>
                    <a:pt x="345" y="5176"/>
                  </a:cubicBezTo>
                  <a:cubicBezTo>
                    <a:pt x="298" y="5881"/>
                    <a:pt x="246" y="6618"/>
                    <a:pt x="235" y="7344"/>
                  </a:cubicBezTo>
                  <a:cubicBezTo>
                    <a:pt x="230" y="7495"/>
                    <a:pt x="230" y="7647"/>
                    <a:pt x="225" y="7788"/>
                  </a:cubicBezTo>
                  <a:cubicBezTo>
                    <a:pt x="188" y="9120"/>
                    <a:pt x="162" y="10086"/>
                    <a:pt x="763" y="11392"/>
                  </a:cubicBezTo>
                  <a:lnTo>
                    <a:pt x="888" y="11334"/>
                  </a:lnTo>
                  <a:cubicBezTo>
                    <a:pt x="303" y="10055"/>
                    <a:pt x="329" y="9109"/>
                    <a:pt x="361" y="7788"/>
                  </a:cubicBezTo>
                  <a:cubicBezTo>
                    <a:pt x="366" y="7647"/>
                    <a:pt x="366" y="7501"/>
                    <a:pt x="371" y="7344"/>
                  </a:cubicBezTo>
                  <a:cubicBezTo>
                    <a:pt x="387" y="6628"/>
                    <a:pt x="439" y="5897"/>
                    <a:pt x="486" y="5181"/>
                  </a:cubicBezTo>
                  <a:cubicBezTo>
                    <a:pt x="544" y="4341"/>
                    <a:pt x="601" y="3432"/>
                    <a:pt x="601" y="2607"/>
                  </a:cubicBezTo>
                  <a:cubicBezTo>
                    <a:pt x="601" y="1776"/>
                    <a:pt x="549" y="82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1129;p18">
              <a:extLst>
                <a:ext uri="{FF2B5EF4-FFF2-40B4-BE49-F238E27FC236}">
                  <a16:creationId xmlns:a16="http://schemas.microsoft.com/office/drawing/2014/main" id="{C36EF5E3-77E7-7F71-18A8-7F21531AF48B}"/>
                </a:ext>
              </a:extLst>
            </p:cNvPr>
            <p:cNvSpPr/>
            <p:nvPr userDrawn="1"/>
          </p:nvSpPr>
          <p:spPr>
            <a:xfrm>
              <a:off x="4864909" y="4338181"/>
              <a:ext cx="28418" cy="364572"/>
            </a:xfrm>
            <a:custGeom>
              <a:avLst/>
              <a:gdLst/>
              <a:ahLst/>
              <a:cxnLst/>
              <a:rect l="l" t="t" r="r" b="b"/>
              <a:pathLst>
                <a:path w="888" h="11392" extrusionOk="0">
                  <a:moveTo>
                    <a:pt x="115" y="0"/>
                  </a:moveTo>
                  <a:lnTo>
                    <a:pt x="0" y="63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58"/>
                    <a:pt x="402" y="4335"/>
                    <a:pt x="345" y="5176"/>
                  </a:cubicBezTo>
                  <a:cubicBezTo>
                    <a:pt x="298" y="5881"/>
                    <a:pt x="246" y="6618"/>
                    <a:pt x="235" y="7339"/>
                  </a:cubicBezTo>
                  <a:cubicBezTo>
                    <a:pt x="230" y="7495"/>
                    <a:pt x="230" y="7647"/>
                    <a:pt x="219" y="7788"/>
                  </a:cubicBezTo>
                  <a:cubicBezTo>
                    <a:pt x="188" y="9120"/>
                    <a:pt x="162" y="10086"/>
                    <a:pt x="763" y="11392"/>
                  </a:cubicBezTo>
                  <a:lnTo>
                    <a:pt x="888" y="11334"/>
                  </a:lnTo>
                  <a:cubicBezTo>
                    <a:pt x="303" y="10055"/>
                    <a:pt x="329" y="9109"/>
                    <a:pt x="360" y="7788"/>
                  </a:cubicBezTo>
                  <a:cubicBezTo>
                    <a:pt x="366" y="7647"/>
                    <a:pt x="366" y="7495"/>
                    <a:pt x="371" y="7344"/>
                  </a:cubicBezTo>
                  <a:cubicBezTo>
                    <a:pt x="387" y="6628"/>
                    <a:pt x="439" y="5897"/>
                    <a:pt x="481" y="5181"/>
                  </a:cubicBezTo>
                  <a:cubicBezTo>
                    <a:pt x="543" y="4341"/>
                    <a:pt x="601" y="3432"/>
                    <a:pt x="601" y="2607"/>
                  </a:cubicBezTo>
                  <a:cubicBezTo>
                    <a:pt x="601" y="1776"/>
                    <a:pt x="548" y="820"/>
                    <a:pt x="1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1130;p18">
              <a:extLst>
                <a:ext uri="{FF2B5EF4-FFF2-40B4-BE49-F238E27FC236}">
                  <a16:creationId xmlns:a16="http://schemas.microsoft.com/office/drawing/2014/main" id="{940E9A2F-3157-45ED-9FAF-791C1E2D2326}"/>
                </a:ext>
              </a:extLst>
            </p:cNvPr>
            <p:cNvSpPr/>
            <p:nvPr userDrawn="1"/>
          </p:nvSpPr>
          <p:spPr>
            <a:xfrm>
              <a:off x="4913360" y="4338181"/>
              <a:ext cx="28450" cy="364572"/>
            </a:xfrm>
            <a:custGeom>
              <a:avLst/>
              <a:gdLst/>
              <a:ahLst/>
              <a:cxnLst/>
              <a:rect l="l" t="t" r="r" b="b"/>
              <a:pathLst>
                <a:path w="889" h="11392" extrusionOk="0">
                  <a:moveTo>
                    <a:pt x="121" y="0"/>
                  </a:moveTo>
                  <a:lnTo>
                    <a:pt x="1" y="58"/>
                  </a:lnTo>
                  <a:cubicBezTo>
                    <a:pt x="413" y="857"/>
                    <a:pt x="466" y="1750"/>
                    <a:pt x="466" y="2607"/>
                  </a:cubicBezTo>
                  <a:cubicBezTo>
                    <a:pt x="466" y="3458"/>
                    <a:pt x="403" y="4325"/>
                    <a:pt x="345" y="5171"/>
                  </a:cubicBezTo>
                  <a:cubicBezTo>
                    <a:pt x="298" y="5881"/>
                    <a:pt x="246" y="6613"/>
                    <a:pt x="236" y="7339"/>
                  </a:cubicBezTo>
                  <a:cubicBezTo>
                    <a:pt x="231" y="7495"/>
                    <a:pt x="231" y="7636"/>
                    <a:pt x="225" y="7783"/>
                  </a:cubicBezTo>
                  <a:cubicBezTo>
                    <a:pt x="189" y="9120"/>
                    <a:pt x="163" y="10081"/>
                    <a:pt x="763" y="11392"/>
                  </a:cubicBezTo>
                  <a:lnTo>
                    <a:pt x="889" y="11334"/>
                  </a:lnTo>
                  <a:cubicBezTo>
                    <a:pt x="304" y="10055"/>
                    <a:pt x="330" y="9099"/>
                    <a:pt x="361" y="7788"/>
                  </a:cubicBezTo>
                  <a:cubicBezTo>
                    <a:pt x="366" y="7647"/>
                    <a:pt x="366" y="7495"/>
                    <a:pt x="372" y="7344"/>
                  </a:cubicBezTo>
                  <a:cubicBezTo>
                    <a:pt x="387" y="6618"/>
                    <a:pt x="439" y="5887"/>
                    <a:pt x="486" y="5181"/>
                  </a:cubicBezTo>
                  <a:cubicBezTo>
                    <a:pt x="544" y="4335"/>
                    <a:pt x="601" y="3432"/>
                    <a:pt x="601" y="2607"/>
                  </a:cubicBezTo>
                  <a:cubicBezTo>
                    <a:pt x="601" y="1776"/>
                    <a:pt x="549" y="815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" name="Google Shape;1131;p18">
              <a:extLst>
                <a:ext uri="{FF2B5EF4-FFF2-40B4-BE49-F238E27FC236}">
                  <a16:creationId xmlns:a16="http://schemas.microsoft.com/office/drawing/2014/main" id="{463EDF06-5964-14B0-2B20-FEEFDDA27869}"/>
                </a:ext>
              </a:extLst>
            </p:cNvPr>
            <p:cNvSpPr/>
            <p:nvPr userDrawn="1"/>
          </p:nvSpPr>
          <p:spPr>
            <a:xfrm>
              <a:off x="4961844" y="4338181"/>
              <a:ext cx="28450" cy="364572"/>
            </a:xfrm>
            <a:custGeom>
              <a:avLst/>
              <a:gdLst/>
              <a:ahLst/>
              <a:cxnLst/>
              <a:rect l="l" t="t" r="r" b="b"/>
              <a:pathLst>
                <a:path w="889" h="11392" extrusionOk="0">
                  <a:moveTo>
                    <a:pt x="121" y="0"/>
                  </a:moveTo>
                  <a:lnTo>
                    <a:pt x="0" y="58"/>
                  </a:lnTo>
                  <a:cubicBezTo>
                    <a:pt x="413" y="857"/>
                    <a:pt x="465" y="1750"/>
                    <a:pt x="465" y="2607"/>
                  </a:cubicBezTo>
                  <a:cubicBezTo>
                    <a:pt x="465" y="3458"/>
                    <a:pt x="403" y="4325"/>
                    <a:pt x="345" y="5171"/>
                  </a:cubicBezTo>
                  <a:cubicBezTo>
                    <a:pt x="298" y="5881"/>
                    <a:pt x="246" y="6613"/>
                    <a:pt x="235" y="7339"/>
                  </a:cubicBezTo>
                  <a:cubicBezTo>
                    <a:pt x="230" y="7495"/>
                    <a:pt x="230" y="7636"/>
                    <a:pt x="220" y="7783"/>
                  </a:cubicBezTo>
                  <a:cubicBezTo>
                    <a:pt x="188" y="9120"/>
                    <a:pt x="162" y="10081"/>
                    <a:pt x="763" y="11392"/>
                  </a:cubicBezTo>
                  <a:lnTo>
                    <a:pt x="888" y="11334"/>
                  </a:lnTo>
                  <a:cubicBezTo>
                    <a:pt x="303" y="10055"/>
                    <a:pt x="329" y="9099"/>
                    <a:pt x="361" y="7788"/>
                  </a:cubicBezTo>
                  <a:cubicBezTo>
                    <a:pt x="366" y="7647"/>
                    <a:pt x="366" y="7495"/>
                    <a:pt x="371" y="7344"/>
                  </a:cubicBezTo>
                  <a:cubicBezTo>
                    <a:pt x="387" y="6618"/>
                    <a:pt x="439" y="5887"/>
                    <a:pt x="481" y="5181"/>
                  </a:cubicBezTo>
                  <a:cubicBezTo>
                    <a:pt x="544" y="4341"/>
                    <a:pt x="601" y="3432"/>
                    <a:pt x="601" y="2607"/>
                  </a:cubicBezTo>
                  <a:cubicBezTo>
                    <a:pt x="601" y="1776"/>
                    <a:pt x="549" y="815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1132;p18">
              <a:extLst>
                <a:ext uri="{FF2B5EF4-FFF2-40B4-BE49-F238E27FC236}">
                  <a16:creationId xmlns:a16="http://schemas.microsoft.com/office/drawing/2014/main" id="{66986DF6-572F-89AD-EB4B-63F3A62C63D1}"/>
                </a:ext>
              </a:extLst>
            </p:cNvPr>
            <p:cNvSpPr/>
            <p:nvPr userDrawn="1"/>
          </p:nvSpPr>
          <p:spPr>
            <a:xfrm>
              <a:off x="5010328" y="4337989"/>
              <a:ext cx="28450" cy="364604"/>
            </a:xfrm>
            <a:custGeom>
              <a:avLst/>
              <a:gdLst/>
              <a:ahLst/>
              <a:cxnLst/>
              <a:rect l="l" t="t" r="r" b="b"/>
              <a:pathLst>
                <a:path w="889" h="11393" extrusionOk="0">
                  <a:moveTo>
                    <a:pt x="115" y="1"/>
                  </a:moveTo>
                  <a:lnTo>
                    <a:pt x="0" y="64"/>
                  </a:lnTo>
                  <a:cubicBezTo>
                    <a:pt x="413" y="863"/>
                    <a:pt x="465" y="1740"/>
                    <a:pt x="465" y="2602"/>
                  </a:cubicBezTo>
                  <a:cubicBezTo>
                    <a:pt x="465" y="3464"/>
                    <a:pt x="402" y="4336"/>
                    <a:pt x="345" y="5177"/>
                  </a:cubicBezTo>
                  <a:cubicBezTo>
                    <a:pt x="298" y="5887"/>
                    <a:pt x="246" y="6619"/>
                    <a:pt x="235" y="7345"/>
                  </a:cubicBezTo>
                  <a:cubicBezTo>
                    <a:pt x="230" y="7496"/>
                    <a:pt x="230" y="7642"/>
                    <a:pt x="219" y="7789"/>
                  </a:cubicBezTo>
                  <a:cubicBezTo>
                    <a:pt x="188" y="9120"/>
                    <a:pt x="162" y="10087"/>
                    <a:pt x="763" y="11393"/>
                  </a:cubicBezTo>
                  <a:lnTo>
                    <a:pt x="888" y="11340"/>
                  </a:lnTo>
                  <a:cubicBezTo>
                    <a:pt x="303" y="10061"/>
                    <a:pt x="329" y="9105"/>
                    <a:pt x="361" y="7794"/>
                  </a:cubicBezTo>
                  <a:cubicBezTo>
                    <a:pt x="366" y="7653"/>
                    <a:pt x="366" y="7501"/>
                    <a:pt x="371" y="7345"/>
                  </a:cubicBezTo>
                  <a:cubicBezTo>
                    <a:pt x="387" y="6624"/>
                    <a:pt x="439" y="5893"/>
                    <a:pt x="481" y="5187"/>
                  </a:cubicBezTo>
                  <a:cubicBezTo>
                    <a:pt x="543" y="4341"/>
                    <a:pt x="601" y="3427"/>
                    <a:pt x="601" y="2602"/>
                  </a:cubicBezTo>
                  <a:cubicBezTo>
                    <a:pt x="601" y="1782"/>
                    <a:pt x="549" y="821"/>
                    <a:pt x="1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1133;p18">
              <a:extLst>
                <a:ext uri="{FF2B5EF4-FFF2-40B4-BE49-F238E27FC236}">
                  <a16:creationId xmlns:a16="http://schemas.microsoft.com/office/drawing/2014/main" id="{F3554FD1-5D98-4CD1-3701-A6E92E5926E7}"/>
                </a:ext>
              </a:extLst>
            </p:cNvPr>
            <p:cNvSpPr/>
            <p:nvPr userDrawn="1"/>
          </p:nvSpPr>
          <p:spPr>
            <a:xfrm>
              <a:off x="5058780" y="4337989"/>
              <a:ext cx="28450" cy="364604"/>
            </a:xfrm>
            <a:custGeom>
              <a:avLst/>
              <a:gdLst/>
              <a:ahLst/>
              <a:cxnLst/>
              <a:rect l="l" t="t" r="r" b="b"/>
              <a:pathLst>
                <a:path w="889" h="11393" extrusionOk="0">
                  <a:moveTo>
                    <a:pt x="121" y="1"/>
                  </a:moveTo>
                  <a:lnTo>
                    <a:pt x="1" y="64"/>
                  </a:lnTo>
                  <a:cubicBezTo>
                    <a:pt x="413" y="863"/>
                    <a:pt x="466" y="1740"/>
                    <a:pt x="466" y="2602"/>
                  </a:cubicBezTo>
                  <a:cubicBezTo>
                    <a:pt x="466" y="3464"/>
                    <a:pt x="403" y="4336"/>
                    <a:pt x="346" y="5177"/>
                  </a:cubicBezTo>
                  <a:cubicBezTo>
                    <a:pt x="299" y="5887"/>
                    <a:pt x="246" y="6619"/>
                    <a:pt x="236" y="7345"/>
                  </a:cubicBezTo>
                  <a:cubicBezTo>
                    <a:pt x="231" y="7496"/>
                    <a:pt x="231" y="7642"/>
                    <a:pt x="225" y="7789"/>
                  </a:cubicBezTo>
                  <a:cubicBezTo>
                    <a:pt x="189" y="9120"/>
                    <a:pt x="163" y="10087"/>
                    <a:pt x="763" y="11393"/>
                  </a:cubicBezTo>
                  <a:lnTo>
                    <a:pt x="889" y="11340"/>
                  </a:lnTo>
                  <a:cubicBezTo>
                    <a:pt x="304" y="10061"/>
                    <a:pt x="330" y="9105"/>
                    <a:pt x="361" y="7794"/>
                  </a:cubicBezTo>
                  <a:cubicBezTo>
                    <a:pt x="366" y="7653"/>
                    <a:pt x="366" y="7501"/>
                    <a:pt x="372" y="7345"/>
                  </a:cubicBezTo>
                  <a:cubicBezTo>
                    <a:pt x="387" y="6624"/>
                    <a:pt x="440" y="5893"/>
                    <a:pt x="487" y="5187"/>
                  </a:cubicBezTo>
                  <a:cubicBezTo>
                    <a:pt x="544" y="4341"/>
                    <a:pt x="601" y="3433"/>
                    <a:pt x="601" y="2602"/>
                  </a:cubicBezTo>
                  <a:cubicBezTo>
                    <a:pt x="601" y="1777"/>
                    <a:pt x="549" y="821"/>
                    <a:pt x="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8" name="Google Shape;1134;p18">
              <a:extLst>
                <a:ext uri="{FF2B5EF4-FFF2-40B4-BE49-F238E27FC236}">
                  <a16:creationId xmlns:a16="http://schemas.microsoft.com/office/drawing/2014/main" id="{329BC695-3E44-0221-4704-1D77387D2701}"/>
                </a:ext>
              </a:extLst>
            </p:cNvPr>
            <p:cNvSpPr/>
            <p:nvPr userDrawn="1"/>
          </p:nvSpPr>
          <p:spPr>
            <a:xfrm>
              <a:off x="5107263" y="4337989"/>
              <a:ext cx="28450" cy="364604"/>
            </a:xfrm>
            <a:custGeom>
              <a:avLst/>
              <a:gdLst/>
              <a:ahLst/>
              <a:cxnLst/>
              <a:rect l="l" t="t" r="r" b="b"/>
              <a:pathLst>
                <a:path w="889" h="11393" extrusionOk="0">
                  <a:moveTo>
                    <a:pt x="115" y="1"/>
                  </a:moveTo>
                  <a:lnTo>
                    <a:pt x="1" y="64"/>
                  </a:lnTo>
                  <a:cubicBezTo>
                    <a:pt x="413" y="852"/>
                    <a:pt x="465" y="1751"/>
                    <a:pt x="465" y="2602"/>
                  </a:cubicBezTo>
                  <a:cubicBezTo>
                    <a:pt x="465" y="3459"/>
                    <a:pt x="403" y="4336"/>
                    <a:pt x="345" y="5177"/>
                  </a:cubicBezTo>
                  <a:cubicBezTo>
                    <a:pt x="298" y="5882"/>
                    <a:pt x="246" y="6619"/>
                    <a:pt x="236" y="7345"/>
                  </a:cubicBezTo>
                  <a:cubicBezTo>
                    <a:pt x="230" y="7496"/>
                    <a:pt x="230" y="7642"/>
                    <a:pt x="220" y="7789"/>
                  </a:cubicBezTo>
                  <a:cubicBezTo>
                    <a:pt x="189" y="9120"/>
                    <a:pt x="162" y="10087"/>
                    <a:pt x="763" y="11393"/>
                  </a:cubicBezTo>
                  <a:lnTo>
                    <a:pt x="888" y="11335"/>
                  </a:lnTo>
                  <a:cubicBezTo>
                    <a:pt x="303" y="10055"/>
                    <a:pt x="330" y="9105"/>
                    <a:pt x="361" y="7789"/>
                  </a:cubicBezTo>
                  <a:cubicBezTo>
                    <a:pt x="366" y="7642"/>
                    <a:pt x="366" y="7501"/>
                    <a:pt x="371" y="7345"/>
                  </a:cubicBezTo>
                  <a:cubicBezTo>
                    <a:pt x="387" y="6624"/>
                    <a:pt x="439" y="5893"/>
                    <a:pt x="481" y="5182"/>
                  </a:cubicBezTo>
                  <a:cubicBezTo>
                    <a:pt x="544" y="4341"/>
                    <a:pt x="601" y="3433"/>
                    <a:pt x="601" y="2602"/>
                  </a:cubicBezTo>
                  <a:cubicBezTo>
                    <a:pt x="601" y="1777"/>
                    <a:pt x="549" y="821"/>
                    <a:pt x="1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9" name="Google Shape;1135;p18">
              <a:extLst>
                <a:ext uri="{FF2B5EF4-FFF2-40B4-BE49-F238E27FC236}">
                  <a16:creationId xmlns:a16="http://schemas.microsoft.com/office/drawing/2014/main" id="{F344BA29-38DA-21AE-8685-1979A68B4FD0}"/>
                </a:ext>
              </a:extLst>
            </p:cNvPr>
            <p:cNvSpPr/>
            <p:nvPr userDrawn="1"/>
          </p:nvSpPr>
          <p:spPr>
            <a:xfrm>
              <a:off x="3977319" y="4318947"/>
              <a:ext cx="1185309" cy="34307"/>
            </a:xfrm>
            <a:custGeom>
              <a:avLst/>
              <a:gdLst/>
              <a:ahLst/>
              <a:cxnLst/>
              <a:rect l="l" t="t" r="r" b="b"/>
              <a:pathLst>
                <a:path w="37038" h="1072" extrusionOk="0">
                  <a:moveTo>
                    <a:pt x="17968" y="1"/>
                  </a:moveTo>
                  <a:lnTo>
                    <a:pt x="0" y="1"/>
                  </a:lnTo>
                  <a:lnTo>
                    <a:pt x="1066" y="1071"/>
                  </a:lnTo>
                  <a:lnTo>
                    <a:pt x="17968" y="1071"/>
                  </a:lnTo>
                  <a:lnTo>
                    <a:pt x="35967" y="1071"/>
                  </a:lnTo>
                  <a:lnTo>
                    <a:pt x="37037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" name="Google Shape;1136;p18">
              <a:extLst>
                <a:ext uri="{FF2B5EF4-FFF2-40B4-BE49-F238E27FC236}">
                  <a16:creationId xmlns:a16="http://schemas.microsoft.com/office/drawing/2014/main" id="{7CDD319C-7CDE-C15B-F669-4BE54EA66340}"/>
                </a:ext>
              </a:extLst>
            </p:cNvPr>
            <p:cNvSpPr/>
            <p:nvPr userDrawn="1"/>
          </p:nvSpPr>
          <p:spPr>
            <a:xfrm>
              <a:off x="5128321" y="4318947"/>
              <a:ext cx="34307" cy="411552"/>
            </a:xfrm>
            <a:custGeom>
              <a:avLst/>
              <a:gdLst/>
              <a:ahLst/>
              <a:cxnLst/>
              <a:rect l="l" t="t" r="r" b="b"/>
              <a:pathLst>
                <a:path w="1072" h="12860" extrusionOk="0">
                  <a:moveTo>
                    <a:pt x="1071" y="1"/>
                  </a:moveTo>
                  <a:lnTo>
                    <a:pt x="1071" y="12860"/>
                  </a:lnTo>
                  <a:lnTo>
                    <a:pt x="1" y="12860"/>
                  </a:lnTo>
                  <a:lnTo>
                    <a:pt x="1" y="107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" name="Google Shape;1137;p18">
              <a:extLst>
                <a:ext uri="{FF2B5EF4-FFF2-40B4-BE49-F238E27FC236}">
                  <a16:creationId xmlns:a16="http://schemas.microsoft.com/office/drawing/2014/main" id="{CDFAF571-DF5E-1B0E-7B58-D5279263AFB6}"/>
                </a:ext>
              </a:extLst>
            </p:cNvPr>
            <p:cNvSpPr/>
            <p:nvPr userDrawn="1"/>
          </p:nvSpPr>
          <p:spPr>
            <a:xfrm>
              <a:off x="3977319" y="4318947"/>
              <a:ext cx="34115" cy="411552"/>
            </a:xfrm>
            <a:custGeom>
              <a:avLst/>
              <a:gdLst/>
              <a:ahLst/>
              <a:cxnLst/>
              <a:rect l="l" t="t" r="r" b="b"/>
              <a:pathLst>
                <a:path w="1066" h="12860" extrusionOk="0">
                  <a:moveTo>
                    <a:pt x="0" y="1"/>
                  </a:moveTo>
                  <a:lnTo>
                    <a:pt x="0" y="12860"/>
                  </a:lnTo>
                  <a:lnTo>
                    <a:pt x="1066" y="12860"/>
                  </a:lnTo>
                  <a:lnTo>
                    <a:pt x="1066" y="107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" name="Google Shape;1138;p18">
              <a:extLst>
                <a:ext uri="{FF2B5EF4-FFF2-40B4-BE49-F238E27FC236}">
                  <a16:creationId xmlns:a16="http://schemas.microsoft.com/office/drawing/2014/main" id="{78E5AC69-EFDF-E066-D5ED-882BDDF8ECF7}"/>
                </a:ext>
              </a:extLst>
            </p:cNvPr>
            <p:cNvSpPr/>
            <p:nvPr userDrawn="1"/>
          </p:nvSpPr>
          <p:spPr>
            <a:xfrm>
              <a:off x="8630847" y="2165662"/>
              <a:ext cx="160813" cy="160813"/>
            </a:xfrm>
            <a:custGeom>
              <a:avLst/>
              <a:gdLst/>
              <a:ahLst/>
              <a:cxnLst/>
              <a:rect l="l" t="t" r="r" b="b"/>
              <a:pathLst>
                <a:path w="5025" h="5025" extrusionOk="0">
                  <a:moveTo>
                    <a:pt x="2513" y="0"/>
                  </a:moveTo>
                  <a:cubicBezTo>
                    <a:pt x="1123" y="0"/>
                    <a:pt x="0" y="1123"/>
                    <a:pt x="0" y="2513"/>
                  </a:cubicBezTo>
                  <a:cubicBezTo>
                    <a:pt x="0" y="3902"/>
                    <a:pt x="1123" y="5025"/>
                    <a:pt x="2513" y="5025"/>
                  </a:cubicBezTo>
                  <a:cubicBezTo>
                    <a:pt x="3902" y="5025"/>
                    <a:pt x="5025" y="3902"/>
                    <a:pt x="5025" y="2513"/>
                  </a:cubicBezTo>
                  <a:cubicBezTo>
                    <a:pt x="5025" y="1123"/>
                    <a:pt x="3902" y="0"/>
                    <a:pt x="2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" name="Google Shape;1139;p18">
              <a:extLst>
                <a:ext uri="{FF2B5EF4-FFF2-40B4-BE49-F238E27FC236}">
                  <a16:creationId xmlns:a16="http://schemas.microsoft.com/office/drawing/2014/main" id="{FF6D4C07-B296-32B0-182B-0CEAA2A06273}"/>
                </a:ext>
              </a:extLst>
            </p:cNvPr>
            <p:cNvSpPr/>
            <p:nvPr userDrawn="1"/>
          </p:nvSpPr>
          <p:spPr>
            <a:xfrm>
              <a:off x="8061683" y="2370734"/>
              <a:ext cx="158828" cy="145515"/>
            </a:xfrm>
            <a:custGeom>
              <a:avLst/>
              <a:gdLst/>
              <a:ahLst/>
              <a:cxnLst/>
              <a:rect l="l" t="t" r="r" b="b"/>
              <a:pathLst>
                <a:path w="4963" h="4547" extrusionOk="0">
                  <a:moveTo>
                    <a:pt x="2568" y="1"/>
                  </a:moveTo>
                  <a:cubicBezTo>
                    <a:pt x="1852" y="1"/>
                    <a:pt x="1164" y="341"/>
                    <a:pt x="732" y="941"/>
                  </a:cubicBezTo>
                  <a:cubicBezTo>
                    <a:pt x="1" y="1960"/>
                    <a:pt x="225" y="3375"/>
                    <a:pt x="1244" y="4117"/>
                  </a:cubicBezTo>
                  <a:cubicBezTo>
                    <a:pt x="1637" y="4402"/>
                    <a:pt x="2103" y="4546"/>
                    <a:pt x="2569" y="4546"/>
                  </a:cubicBezTo>
                  <a:cubicBezTo>
                    <a:pt x="2982" y="4546"/>
                    <a:pt x="3396" y="4434"/>
                    <a:pt x="3761" y="4206"/>
                  </a:cubicBezTo>
                  <a:cubicBezTo>
                    <a:pt x="4545" y="3725"/>
                    <a:pt x="4963" y="2821"/>
                    <a:pt x="4816" y="1913"/>
                  </a:cubicBezTo>
                  <a:cubicBezTo>
                    <a:pt x="4670" y="1004"/>
                    <a:pt x="3991" y="278"/>
                    <a:pt x="3098" y="64"/>
                  </a:cubicBezTo>
                  <a:cubicBezTo>
                    <a:pt x="2922" y="21"/>
                    <a:pt x="2744" y="1"/>
                    <a:pt x="2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" name="Google Shape;1140;p18">
              <a:extLst>
                <a:ext uri="{FF2B5EF4-FFF2-40B4-BE49-F238E27FC236}">
                  <a16:creationId xmlns:a16="http://schemas.microsoft.com/office/drawing/2014/main" id="{292F1E8C-D824-8685-94FD-AD761172C3C2}"/>
                </a:ext>
              </a:extLst>
            </p:cNvPr>
            <p:cNvSpPr/>
            <p:nvPr userDrawn="1"/>
          </p:nvSpPr>
          <p:spPr>
            <a:xfrm>
              <a:off x="7539485" y="2449681"/>
              <a:ext cx="148972" cy="143371"/>
            </a:xfrm>
            <a:custGeom>
              <a:avLst/>
              <a:gdLst/>
              <a:ahLst/>
              <a:cxnLst/>
              <a:rect l="l" t="t" r="r" b="b"/>
              <a:pathLst>
                <a:path w="4655" h="4480" extrusionOk="0">
                  <a:moveTo>
                    <a:pt x="2241" y="1"/>
                  </a:moveTo>
                  <a:cubicBezTo>
                    <a:pt x="1004" y="1"/>
                    <a:pt x="1" y="1004"/>
                    <a:pt x="1" y="2242"/>
                  </a:cubicBezTo>
                  <a:cubicBezTo>
                    <a:pt x="1" y="3145"/>
                    <a:pt x="549" y="3965"/>
                    <a:pt x="1385" y="4310"/>
                  </a:cubicBezTo>
                  <a:cubicBezTo>
                    <a:pt x="1662" y="4424"/>
                    <a:pt x="1953" y="4480"/>
                    <a:pt x="2243" y="4480"/>
                  </a:cubicBezTo>
                  <a:cubicBezTo>
                    <a:pt x="2825" y="4480"/>
                    <a:pt x="3398" y="4254"/>
                    <a:pt x="3824" y="3824"/>
                  </a:cubicBezTo>
                  <a:cubicBezTo>
                    <a:pt x="4466" y="3187"/>
                    <a:pt x="4654" y="2221"/>
                    <a:pt x="4310" y="1385"/>
                  </a:cubicBezTo>
                  <a:cubicBezTo>
                    <a:pt x="3965" y="549"/>
                    <a:pt x="3145" y="1"/>
                    <a:pt x="2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" name="Google Shape;1141;p18">
              <a:extLst>
                <a:ext uri="{FF2B5EF4-FFF2-40B4-BE49-F238E27FC236}">
                  <a16:creationId xmlns:a16="http://schemas.microsoft.com/office/drawing/2014/main" id="{716A5A20-C737-6D57-2358-B166A1770A80}"/>
                </a:ext>
              </a:extLst>
            </p:cNvPr>
            <p:cNvSpPr/>
            <p:nvPr userDrawn="1"/>
          </p:nvSpPr>
          <p:spPr>
            <a:xfrm>
              <a:off x="7063768" y="2575739"/>
              <a:ext cx="131242" cy="126218"/>
            </a:xfrm>
            <a:custGeom>
              <a:avLst/>
              <a:gdLst/>
              <a:ahLst/>
              <a:cxnLst/>
              <a:rect l="l" t="t" r="r" b="b"/>
              <a:pathLst>
                <a:path w="4101" h="3944" extrusionOk="0">
                  <a:moveTo>
                    <a:pt x="1975" y="0"/>
                  </a:moveTo>
                  <a:cubicBezTo>
                    <a:pt x="883" y="5"/>
                    <a:pt x="6" y="883"/>
                    <a:pt x="1" y="1969"/>
                  </a:cubicBezTo>
                  <a:cubicBezTo>
                    <a:pt x="1" y="2768"/>
                    <a:pt x="481" y="3489"/>
                    <a:pt x="1218" y="3792"/>
                  </a:cubicBezTo>
                  <a:cubicBezTo>
                    <a:pt x="1461" y="3894"/>
                    <a:pt x="1717" y="3943"/>
                    <a:pt x="1970" y="3943"/>
                  </a:cubicBezTo>
                  <a:cubicBezTo>
                    <a:pt x="2483" y="3943"/>
                    <a:pt x="2987" y="3741"/>
                    <a:pt x="3364" y="3364"/>
                  </a:cubicBezTo>
                  <a:cubicBezTo>
                    <a:pt x="3929" y="2800"/>
                    <a:pt x="4101" y="1953"/>
                    <a:pt x="3793" y="1217"/>
                  </a:cubicBezTo>
                  <a:cubicBezTo>
                    <a:pt x="3490" y="481"/>
                    <a:pt x="2769" y="0"/>
                    <a:pt x="19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1142;p18">
              <a:extLst>
                <a:ext uri="{FF2B5EF4-FFF2-40B4-BE49-F238E27FC236}">
                  <a16:creationId xmlns:a16="http://schemas.microsoft.com/office/drawing/2014/main" id="{3BD41E9C-14C4-91BF-64FD-EE5E21D408C3}"/>
                </a:ext>
              </a:extLst>
            </p:cNvPr>
            <p:cNvSpPr/>
            <p:nvPr userDrawn="1"/>
          </p:nvSpPr>
          <p:spPr>
            <a:xfrm>
              <a:off x="6603092" y="2669826"/>
              <a:ext cx="131434" cy="126154"/>
            </a:xfrm>
            <a:custGeom>
              <a:avLst/>
              <a:gdLst/>
              <a:ahLst/>
              <a:cxnLst/>
              <a:rect l="l" t="t" r="r" b="b"/>
              <a:pathLst>
                <a:path w="4107" h="3942" extrusionOk="0">
                  <a:moveTo>
                    <a:pt x="1971" y="1"/>
                  </a:moveTo>
                  <a:cubicBezTo>
                    <a:pt x="884" y="1"/>
                    <a:pt x="1" y="887"/>
                    <a:pt x="6" y="1975"/>
                  </a:cubicBezTo>
                  <a:cubicBezTo>
                    <a:pt x="11" y="2774"/>
                    <a:pt x="492" y="3490"/>
                    <a:pt x="1228" y="3793"/>
                  </a:cubicBezTo>
                  <a:cubicBezTo>
                    <a:pt x="1471" y="3893"/>
                    <a:pt x="1727" y="3941"/>
                    <a:pt x="1979" y="3941"/>
                  </a:cubicBezTo>
                  <a:cubicBezTo>
                    <a:pt x="2493" y="3941"/>
                    <a:pt x="2997" y="3740"/>
                    <a:pt x="3375" y="3359"/>
                  </a:cubicBezTo>
                  <a:cubicBezTo>
                    <a:pt x="3939" y="2795"/>
                    <a:pt x="4106" y="1949"/>
                    <a:pt x="3798" y="1212"/>
                  </a:cubicBezTo>
                  <a:cubicBezTo>
                    <a:pt x="3495" y="476"/>
                    <a:pt x="2774" y="1"/>
                    <a:pt x="1980" y="1"/>
                  </a:cubicBezTo>
                  <a:cubicBezTo>
                    <a:pt x="1977" y="1"/>
                    <a:pt x="1974" y="1"/>
                    <a:pt x="1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1143;p18">
              <a:extLst>
                <a:ext uri="{FF2B5EF4-FFF2-40B4-BE49-F238E27FC236}">
                  <a16:creationId xmlns:a16="http://schemas.microsoft.com/office/drawing/2014/main" id="{057D2CDF-0F85-70CA-D4AB-EBCE027B2A06}"/>
                </a:ext>
              </a:extLst>
            </p:cNvPr>
            <p:cNvSpPr/>
            <p:nvPr userDrawn="1"/>
          </p:nvSpPr>
          <p:spPr>
            <a:xfrm>
              <a:off x="6164658" y="2720486"/>
              <a:ext cx="139947" cy="134635"/>
            </a:xfrm>
            <a:custGeom>
              <a:avLst/>
              <a:gdLst/>
              <a:ahLst/>
              <a:cxnLst/>
              <a:rect l="l" t="t" r="r" b="b"/>
              <a:pathLst>
                <a:path w="4373" h="4207" extrusionOk="0">
                  <a:moveTo>
                    <a:pt x="2106" y="0"/>
                  </a:moveTo>
                  <a:cubicBezTo>
                    <a:pt x="941" y="0"/>
                    <a:pt x="1" y="946"/>
                    <a:pt x="1" y="2110"/>
                  </a:cubicBezTo>
                  <a:cubicBezTo>
                    <a:pt x="6" y="2962"/>
                    <a:pt x="518" y="3724"/>
                    <a:pt x="1307" y="4048"/>
                  </a:cubicBezTo>
                  <a:cubicBezTo>
                    <a:pt x="1564" y="4155"/>
                    <a:pt x="1835" y="4206"/>
                    <a:pt x="2104" y="4206"/>
                  </a:cubicBezTo>
                  <a:cubicBezTo>
                    <a:pt x="2652" y="4206"/>
                    <a:pt x="3191" y="3991"/>
                    <a:pt x="3594" y="3588"/>
                  </a:cubicBezTo>
                  <a:cubicBezTo>
                    <a:pt x="4195" y="2988"/>
                    <a:pt x="4372" y="2084"/>
                    <a:pt x="4043" y="1296"/>
                  </a:cubicBezTo>
                  <a:cubicBezTo>
                    <a:pt x="3720" y="512"/>
                    <a:pt x="2952" y="0"/>
                    <a:pt x="21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1144;p18">
              <a:extLst>
                <a:ext uri="{FF2B5EF4-FFF2-40B4-BE49-F238E27FC236}">
                  <a16:creationId xmlns:a16="http://schemas.microsoft.com/office/drawing/2014/main" id="{DDE05FA0-A2E3-0A85-722C-B565D99B1DEC}"/>
                </a:ext>
              </a:extLst>
            </p:cNvPr>
            <p:cNvSpPr/>
            <p:nvPr userDrawn="1"/>
          </p:nvSpPr>
          <p:spPr>
            <a:xfrm>
              <a:off x="5644489" y="2747880"/>
              <a:ext cx="139787" cy="134603"/>
            </a:xfrm>
            <a:custGeom>
              <a:avLst/>
              <a:gdLst/>
              <a:ahLst/>
              <a:cxnLst/>
              <a:rect l="l" t="t" r="r" b="b"/>
              <a:pathLst>
                <a:path w="4368" h="4206" extrusionOk="0">
                  <a:moveTo>
                    <a:pt x="2100" y="1"/>
                  </a:moveTo>
                  <a:cubicBezTo>
                    <a:pt x="941" y="1"/>
                    <a:pt x="1" y="941"/>
                    <a:pt x="1" y="2106"/>
                  </a:cubicBezTo>
                  <a:cubicBezTo>
                    <a:pt x="1" y="2952"/>
                    <a:pt x="512" y="3720"/>
                    <a:pt x="1296" y="4043"/>
                  </a:cubicBezTo>
                  <a:cubicBezTo>
                    <a:pt x="1557" y="4153"/>
                    <a:pt x="1831" y="4205"/>
                    <a:pt x="2103" y="4205"/>
                  </a:cubicBezTo>
                  <a:cubicBezTo>
                    <a:pt x="2650" y="4205"/>
                    <a:pt x="3187" y="3991"/>
                    <a:pt x="3589" y="3589"/>
                  </a:cubicBezTo>
                  <a:cubicBezTo>
                    <a:pt x="4189" y="2988"/>
                    <a:pt x="4367" y="2085"/>
                    <a:pt x="4043" y="1296"/>
                  </a:cubicBezTo>
                  <a:cubicBezTo>
                    <a:pt x="3719" y="513"/>
                    <a:pt x="2952" y="1"/>
                    <a:pt x="2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" name="Google Shape;1145;p18">
              <a:extLst>
                <a:ext uri="{FF2B5EF4-FFF2-40B4-BE49-F238E27FC236}">
                  <a16:creationId xmlns:a16="http://schemas.microsoft.com/office/drawing/2014/main" id="{306B1F59-05C9-6A68-426C-9515ED2F8AC1}"/>
                </a:ext>
              </a:extLst>
            </p:cNvPr>
            <p:cNvSpPr/>
            <p:nvPr userDrawn="1"/>
          </p:nvSpPr>
          <p:spPr>
            <a:xfrm>
              <a:off x="5107103" y="2769962"/>
              <a:ext cx="139755" cy="134667"/>
            </a:xfrm>
            <a:custGeom>
              <a:avLst/>
              <a:gdLst/>
              <a:ahLst/>
              <a:cxnLst/>
              <a:rect l="l" t="t" r="r" b="b"/>
              <a:pathLst>
                <a:path w="4367" h="4208" extrusionOk="0">
                  <a:moveTo>
                    <a:pt x="2100" y="0"/>
                  </a:moveTo>
                  <a:cubicBezTo>
                    <a:pt x="940" y="0"/>
                    <a:pt x="0" y="946"/>
                    <a:pt x="0" y="2105"/>
                  </a:cubicBezTo>
                  <a:cubicBezTo>
                    <a:pt x="0" y="2957"/>
                    <a:pt x="512" y="3724"/>
                    <a:pt x="1296" y="4048"/>
                  </a:cubicBezTo>
                  <a:cubicBezTo>
                    <a:pt x="1557" y="4155"/>
                    <a:pt x="1831" y="4208"/>
                    <a:pt x="2103" y="4208"/>
                  </a:cubicBezTo>
                  <a:cubicBezTo>
                    <a:pt x="2650" y="4208"/>
                    <a:pt x="3187" y="3995"/>
                    <a:pt x="3589" y="3594"/>
                  </a:cubicBezTo>
                  <a:cubicBezTo>
                    <a:pt x="4189" y="2988"/>
                    <a:pt x="4367" y="2084"/>
                    <a:pt x="4043" y="1301"/>
                  </a:cubicBezTo>
                  <a:cubicBezTo>
                    <a:pt x="3719" y="517"/>
                    <a:pt x="2951" y="0"/>
                    <a:pt x="2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" name="Google Shape;1146;p18">
              <a:extLst>
                <a:ext uri="{FF2B5EF4-FFF2-40B4-BE49-F238E27FC236}">
                  <a16:creationId xmlns:a16="http://schemas.microsoft.com/office/drawing/2014/main" id="{0D755E89-2448-E00B-F569-FC98FFC9DE14}"/>
                </a:ext>
              </a:extLst>
            </p:cNvPr>
            <p:cNvSpPr/>
            <p:nvPr userDrawn="1"/>
          </p:nvSpPr>
          <p:spPr>
            <a:xfrm>
              <a:off x="1036097" y="2302406"/>
              <a:ext cx="167693" cy="160909"/>
            </a:xfrm>
            <a:custGeom>
              <a:avLst/>
              <a:gdLst/>
              <a:ahLst/>
              <a:cxnLst/>
              <a:rect l="l" t="t" r="r" b="b"/>
              <a:pathLst>
                <a:path w="5240" h="5028" extrusionOk="0">
                  <a:moveTo>
                    <a:pt x="2708" y="1"/>
                  </a:moveTo>
                  <a:cubicBezTo>
                    <a:pt x="2692" y="1"/>
                    <a:pt x="2676" y="1"/>
                    <a:pt x="2659" y="1"/>
                  </a:cubicBezTo>
                  <a:cubicBezTo>
                    <a:pt x="1641" y="22"/>
                    <a:pt x="737" y="654"/>
                    <a:pt x="367" y="1600"/>
                  </a:cubicBezTo>
                  <a:cubicBezTo>
                    <a:pt x="1" y="2545"/>
                    <a:pt x="236" y="3621"/>
                    <a:pt x="967" y="4326"/>
                  </a:cubicBezTo>
                  <a:cubicBezTo>
                    <a:pt x="1444" y="4786"/>
                    <a:pt x="2072" y="5028"/>
                    <a:pt x="2708" y="5028"/>
                  </a:cubicBezTo>
                  <a:cubicBezTo>
                    <a:pt x="3048" y="5028"/>
                    <a:pt x="3391" y="4959"/>
                    <a:pt x="3715" y="4817"/>
                  </a:cubicBezTo>
                  <a:cubicBezTo>
                    <a:pt x="4644" y="4410"/>
                    <a:pt x="5240" y="3485"/>
                    <a:pt x="5224" y="2472"/>
                  </a:cubicBezTo>
                  <a:cubicBezTo>
                    <a:pt x="5193" y="1093"/>
                    <a:pt x="4075" y="1"/>
                    <a:pt x="27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" name="Google Shape;1147;p18">
              <a:extLst>
                <a:ext uri="{FF2B5EF4-FFF2-40B4-BE49-F238E27FC236}">
                  <a16:creationId xmlns:a16="http://schemas.microsoft.com/office/drawing/2014/main" id="{7DB038B0-8815-D17A-3AC9-317117132F26}"/>
                </a:ext>
              </a:extLst>
            </p:cNvPr>
            <p:cNvSpPr/>
            <p:nvPr userDrawn="1"/>
          </p:nvSpPr>
          <p:spPr>
            <a:xfrm>
              <a:off x="482678" y="2110135"/>
              <a:ext cx="190575" cy="167661"/>
            </a:xfrm>
            <a:custGeom>
              <a:avLst/>
              <a:gdLst/>
              <a:ahLst/>
              <a:cxnLst/>
              <a:rect l="l" t="t" r="r" b="b"/>
              <a:pathLst>
                <a:path w="5955" h="5239" extrusionOk="0">
                  <a:moveTo>
                    <a:pt x="2980" y="0"/>
                  </a:moveTo>
                  <a:cubicBezTo>
                    <a:pt x="1974" y="0"/>
                    <a:pt x="1013" y="582"/>
                    <a:pt x="580" y="1564"/>
                  </a:cubicBezTo>
                  <a:cubicBezTo>
                    <a:pt x="0" y="2886"/>
                    <a:pt x="601" y="4432"/>
                    <a:pt x="1922" y="5017"/>
                  </a:cubicBezTo>
                  <a:cubicBezTo>
                    <a:pt x="2265" y="5167"/>
                    <a:pt x="2623" y="5239"/>
                    <a:pt x="2975" y="5239"/>
                  </a:cubicBezTo>
                  <a:cubicBezTo>
                    <a:pt x="3981" y="5239"/>
                    <a:pt x="4942" y="4657"/>
                    <a:pt x="5375" y="3675"/>
                  </a:cubicBezTo>
                  <a:cubicBezTo>
                    <a:pt x="5955" y="2353"/>
                    <a:pt x="5359" y="807"/>
                    <a:pt x="4033" y="222"/>
                  </a:cubicBezTo>
                  <a:cubicBezTo>
                    <a:pt x="3690" y="72"/>
                    <a:pt x="3332" y="0"/>
                    <a:pt x="2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" name="Google Shape;1148;p18">
              <a:extLst>
                <a:ext uri="{FF2B5EF4-FFF2-40B4-BE49-F238E27FC236}">
                  <a16:creationId xmlns:a16="http://schemas.microsoft.com/office/drawing/2014/main" id="{3D919A03-E292-535A-D7D4-17B0D27AC358}"/>
                </a:ext>
              </a:extLst>
            </p:cNvPr>
            <p:cNvSpPr/>
            <p:nvPr userDrawn="1"/>
          </p:nvSpPr>
          <p:spPr>
            <a:xfrm>
              <a:off x="1499462" y="2450513"/>
              <a:ext cx="151788" cy="145515"/>
            </a:xfrm>
            <a:custGeom>
              <a:avLst/>
              <a:gdLst/>
              <a:ahLst/>
              <a:cxnLst/>
              <a:rect l="l" t="t" r="r" b="b"/>
              <a:pathLst>
                <a:path w="4743" h="4547" extrusionOk="0">
                  <a:moveTo>
                    <a:pt x="2451" y="0"/>
                  </a:moveTo>
                  <a:cubicBezTo>
                    <a:pt x="2435" y="0"/>
                    <a:pt x="2419" y="1"/>
                    <a:pt x="2403" y="1"/>
                  </a:cubicBezTo>
                  <a:cubicBezTo>
                    <a:pt x="1484" y="22"/>
                    <a:pt x="669" y="591"/>
                    <a:pt x="335" y="1448"/>
                  </a:cubicBezTo>
                  <a:cubicBezTo>
                    <a:pt x="0" y="2304"/>
                    <a:pt x="214" y="3276"/>
                    <a:pt x="878" y="3913"/>
                  </a:cubicBezTo>
                  <a:cubicBezTo>
                    <a:pt x="1310" y="4328"/>
                    <a:pt x="1876" y="4546"/>
                    <a:pt x="2452" y="4546"/>
                  </a:cubicBezTo>
                  <a:cubicBezTo>
                    <a:pt x="2759" y="4546"/>
                    <a:pt x="3070" y="4484"/>
                    <a:pt x="3364" y="4357"/>
                  </a:cubicBezTo>
                  <a:cubicBezTo>
                    <a:pt x="4205" y="3986"/>
                    <a:pt x="4743" y="3145"/>
                    <a:pt x="4722" y="2226"/>
                  </a:cubicBezTo>
                  <a:cubicBezTo>
                    <a:pt x="4696" y="988"/>
                    <a:pt x="3688" y="0"/>
                    <a:pt x="2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" name="Google Shape;1149;p18">
              <a:extLst>
                <a:ext uri="{FF2B5EF4-FFF2-40B4-BE49-F238E27FC236}">
                  <a16:creationId xmlns:a16="http://schemas.microsoft.com/office/drawing/2014/main" id="{F30C0C9C-A6E6-48AB-9129-756DA8170F19}"/>
                </a:ext>
              </a:extLst>
            </p:cNvPr>
            <p:cNvSpPr/>
            <p:nvPr userDrawn="1"/>
          </p:nvSpPr>
          <p:spPr>
            <a:xfrm>
              <a:off x="1998733" y="2573851"/>
              <a:ext cx="149484" cy="143371"/>
            </a:xfrm>
            <a:custGeom>
              <a:avLst/>
              <a:gdLst/>
              <a:ahLst/>
              <a:cxnLst/>
              <a:rect l="l" t="t" r="r" b="b"/>
              <a:pathLst>
                <a:path w="4671" h="4480" extrusionOk="0">
                  <a:moveTo>
                    <a:pt x="2424" y="1"/>
                  </a:moveTo>
                  <a:cubicBezTo>
                    <a:pt x="2405" y="1"/>
                    <a:pt x="2386" y="1"/>
                    <a:pt x="2367" y="2"/>
                  </a:cubicBezTo>
                  <a:cubicBezTo>
                    <a:pt x="1463" y="17"/>
                    <a:pt x="659" y="581"/>
                    <a:pt x="330" y="1422"/>
                  </a:cubicBezTo>
                  <a:cubicBezTo>
                    <a:pt x="1" y="2268"/>
                    <a:pt x="210" y="3229"/>
                    <a:pt x="863" y="3856"/>
                  </a:cubicBezTo>
                  <a:cubicBezTo>
                    <a:pt x="1287" y="4264"/>
                    <a:pt x="1845" y="4479"/>
                    <a:pt x="2411" y="4479"/>
                  </a:cubicBezTo>
                  <a:cubicBezTo>
                    <a:pt x="2715" y="4479"/>
                    <a:pt x="3022" y="4417"/>
                    <a:pt x="3312" y="4290"/>
                  </a:cubicBezTo>
                  <a:cubicBezTo>
                    <a:pt x="4143" y="3929"/>
                    <a:pt x="4670" y="3099"/>
                    <a:pt x="4654" y="2195"/>
                  </a:cubicBezTo>
                  <a:cubicBezTo>
                    <a:pt x="4634" y="977"/>
                    <a:pt x="3636" y="1"/>
                    <a:pt x="24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" name="Google Shape;1150;p18">
              <a:extLst>
                <a:ext uri="{FF2B5EF4-FFF2-40B4-BE49-F238E27FC236}">
                  <a16:creationId xmlns:a16="http://schemas.microsoft.com/office/drawing/2014/main" id="{983984BD-EA00-C271-7694-6AF3AC64673D}"/>
                </a:ext>
              </a:extLst>
            </p:cNvPr>
            <p:cNvSpPr/>
            <p:nvPr userDrawn="1"/>
          </p:nvSpPr>
          <p:spPr>
            <a:xfrm>
              <a:off x="2450704" y="2663298"/>
              <a:ext cx="131594" cy="126154"/>
            </a:xfrm>
            <a:custGeom>
              <a:avLst/>
              <a:gdLst/>
              <a:ahLst/>
              <a:cxnLst/>
              <a:rect l="l" t="t" r="r" b="b"/>
              <a:pathLst>
                <a:path w="4112" h="3942" extrusionOk="0">
                  <a:moveTo>
                    <a:pt x="2133" y="0"/>
                  </a:moveTo>
                  <a:cubicBezTo>
                    <a:pt x="2117" y="0"/>
                    <a:pt x="2101" y="1"/>
                    <a:pt x="2085" y="1"/>
                  </a:cubicBezTo>
                  <a:cubicBezTo>
                    <a:pt x="1291" y="17"/>
                    <a:pt x="581" y="508"/>
                    <a:pt x="288" y="1249"/>
                  </a:cubicBezTo>
                  <a:cubicBezTo>
                    <a:pt x="1" y="1991"/>
                    <a:pt x="184" y="2837"/>
                    <a:pt x="758" y="3391"/>
                  </a:cubicBezTo>
                  <a:cubicBezTo>
                    <a:pt x="1133" y="3752"/>
                    <a:pt x="1624" y="3942"/>
                    <a:pt x="2122" y="3942"/>
                  </a:cubicBezTo>
                  <a:cubicBezTo>
                    <a:pt x="2388" y="3942"/>
                    <a:pt x="2656" y="3888"/>
                    <a:pt x="2910" y="3777"/>
                  </a:cubicBezTo>
                  <a:cubicBezTo>
                    <a:pt x="3641" y="3464"/>
                    <a:pt x="4112" y="2738"/>
                    <a:pt x="4096" y="1939"/>
                  </a:cubicBezTo>
                  <a:cubicBezTo>
                    <a:pt x="4086" y="863"/>
                    <a:pt x="3208" y="0"/>
                    <a:pt x="21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" name="Google Shape;1151;p18">
              <a:extLst>
                <a:ext uri="{FF2B5EF4-FFF2-40B4-BE49-F238E27FC236}">
                  <a16:creationId xmlns:a16="http://schemas.microsoft.com/office/drawing/2014/main" id="{23F9035C-50CF-FCDB-DFE4-ADDA90A96122}"/>
                </a:ext>
              </a:extLst>
            </p:cNvPr>
            <p:cNvSpPr/>
            <p:nvPr userDrawn="1"/>
          </p:nvSpPr>
          <p:spPr>
            <a:xfrm>
              <a:off x="2910900" y="2714438"/>
              <a:ext cx="132234" cy="126634"/>
            </a:xfrm>
            <a:custGeom>
              <a:avLst/>
              <a:gdLst/>
              <a:ahLst/>
              <a:cxnLst/>
              <a:rect l="l" t="t" r="r" b="b"/>
              <a:pathLst>
                <a:path w="4132" h="3957" extrusionOk="0">
                  <a:moveTo>
                    <a:pt x="2144" y="1"/>
                  </a:moveTo>
                  <a:cubicBezTo>
                    <a:pt x="2131" y="1"/>
                    <a:pt x="2118" y="1"/>
                    <a:pt x="2105" y="1"/>
                  </a:cubicBezTo>
                  <a:cubicBezTo>
                    <a:pt x="1301" y="17"/>
                    <a:pt x="585" y="508"/>
                    <a:pt x="293" y="1255"/>
                  </a:cubicBezTo>
                  <a:cubicBezTo>
                    <a:pt x="0" y="2002"/>
                    <a:pt x="188" y="2848"/>
                    <a:pt x="763" y="3407"/>
                  </a:cubicBezTo>
                  <a:cubicBezTo>
                    <a:pt x="1139" y="3766"/>
                    <a:pt x="1633" y="3956"/>
                    <a:pt x="2133" y="3956"/>
                  </a:cubicBezTo>
                  <a:cubicBezTo>
                    <a:pt x="2403" y="3956"/>
                    <a:pt x="2674" y="3901"/>
                    <a:pt x="2930" y="3788"/>
                  </a:cubicBezTo>
                  <a:cubicBezTo>
                    <a:pt x="3667" y="3469"/>
                    <a:pt x="4132" y="2733"/>
                    <a:pt x="4116" y="1934"/>
                  </a:cubicBezTo>
                  <a:cubicBezTo>
                    <a:pt x="4090" y="855"/>
                    <a:pt x="3213" y="1"/>
                    <a:pt x="21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" name="Google Shape;1152;p18">
              <a:extLst>
                <a:ext uri="{FF2B5EF4-FFF2-40B4-BE49-F238E27FC236}">
                  <a16:creationId xmlns:a16="http://schemas.microsoft.com/office/drawing/2014/main" id="{8B80BC3C-7C55-F62A-D664-A1749F765B02}"/>
                </a:ext>
              </a:extLst>
            </p:cNvPr>
            <p:cNvSpPr/>
            <p:nvPr userDrawn="1"/>
          </p:nvSpPr>
          <p:spPr>
            <a:xfrm>
              <a:off x="3379737" y="2748040"/>
              <a:ext cx="140299" cy="134667"/>
            </a:xfrm>
            <a:custGeom>
              <a:avLst/>
              <a:gdLst/>
              <a:ahLst/>
              <a:cxnLst/>
              <a:rect l="l" t="t" r="r" b="b"/>
              <a:pathLst>
                <a:path w="4384" h="4208" extrusionOk="0">
                  <a:moveTo>
                    <a:pt x="2269" y="0"/>
                  </a:moveTo>
                  <a:cubicBezTo>
                    <a:pt x="2253" y="0"/>
                    <a:pt x="2237" y="1"/>
                    <a:pt x="2221" y="1"/>
                  </a:cubicBezTo>
                  <a:cubicBezTo>
                    <a:pt x="1369" y="22"/>
                    <a:pt x="617" y="549"/>
                    <a:pt x="309" y="1338"/>
                  </a:cubicBezTo>
                  <a:cubicBezTo>
                    <a:pt x="1" y="2132"/>
                    <a:pt x="199" y="3030"/>
                    <a:pt x="810" y="3621"/>
                  </a:cubicBezTo>
                  <a:cubicBezTo>
                    <a:pt x="1208" y="4004"/>
                    <a:pt x="1731" y="4207"/>
                    <a:pt x="2263" y="4207"/>
                  </a:cubicBezTo>
                  <a:cubicBezTo>
                    <a:pt x="2548" y="4207"/>
                    <a:pt x="2836" y="4149"/>
                    <a:pt x="3109" y="4028"/>
                  </a:cubicBezTo>
                  <a:cubicBezTo>
                    <a:pt x="3887" y="3689"/>
                    <a:pt x="4383" y="2916"/>
                    <a:pt x="4367" y="2064"/>
                  </a:cubicBezTo>
                  <a:cubicBezTo>
                    <a:pt x="4347" y="915"/>
                    <a:pt x="3412" y="0"/>
                    <a:pt x="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" name="Google Shape;1153;p18">
              <a:extLst>
                <a:ext uri="{FF2B5EF4-FFF2-40B4-BE49-F238E27FC236}">
                  <a16:creationId xmlns:a16="http://schemas.microsoft.com/office/drawing/2014/main" id="{89065237-F859-B795-CDBB-D4D993D4DB79}"/>
                </a:ext>
              </a:extLst>
            </p:cNvPr>
            <p:cNvSpPr/>
            <p:nvPr userDrawn="1"/>
          </p:nvSpPr>
          <p:spPr>
            <a:xfrm>
              <a:off x="3932356" y="2757225"/>
              <a:ext cx="140427" cy="134667"/>
            </a:xfrm>
            <a:custGeom>
              <a:avLst/>
              <a:gdLst/>
              <a:ahLst/>
              <a:cxnLst/>
              <a:rect l="l" t="t" r="r" b="b"/>
              <a:pathLst>
                <a:path w="4388" h="4208" extrusionOk="0">
                  <a:moveTo>
                    <a:pt x="2259" y="1"/>
                  </a:moveTo>
                  <a:cubicBezTo>
                    <a:pt x="2246" y="1"/>
                    <a:pt x="2233" y="1"/>
                    <a:pt x="2220" y="1"/>
                  </a:cubicBezTo>
                  <a:cubicBezTo>
                    <a:pt x="1374" y="22"/>
                    <a:pt x="617" y="550"/>
                    <a:pt x="309" y="1344"/>
                  </a:cubicBezTo>
                  <a:cubicBezTo>
                    <a:pt x="0" y="2132"/>
                    <a:pt x="199" y="3036"/>
                    <a:pt x="815" y="3621"/>
                  </a:cubicBezTo>
                  <a:cubicBezTo>
                    <a:pt x="1213" y="4005"/>
                    <a:pt x="1736" y="4207"/>
                    <a:pt x="2267" y="4207"/>
                  </a:cubicBezTo>
                  <a:cubicBezTo>
                    <a:pt x="2553" y="4207"/>
                    <a:pt x="2841" y="4149"/>
                    <a:pt x="3113" y="4028"/>
                  </a:cubicBezTo>
                  <a:cubicBezTo>
                    <a:pt x="3892" y="3689"/>
                    <a:pt x="4388" y="2911"/>
                    <a:pt x="4372" y="2059"/>
                  </a:cubicBezTo>
                  <a:cubicBezTo>
                    <a:pt x="4341" y="913"/>
                    <a:pt x="3401" y="1"/>
                    <a:pt x="2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Google Shape;1154;p18">
              <a:extLst>
                <a:ext uri="{FF2B5EF4-FFF2-40B4-BE49-F238E27FC236}">
                  <a16:creationId xmlns:a16="http://schemas.microsoft.com/office/drawing/2014/main" id="{B8100740-5B47-1931-5E23-4AEE83B23FE6}"/>
                </a:ext>
              </a:extLst>
            </p:cNvPr>
            <p:cNvSpPr/>
            <p:nvPr userDrawn="1"/>
          </p:nvSpPr>
          <p:spPr>
            <a:xfrm>
              <a:off x="4520242" y="2770090"/>
              <a:ext cx="140587" cy="134507"/>
            </a:xfrm>
            <a:custGeom>
              <a:avLst/>
              <a:gdLst/>
              <a:ahLst/>
              <a:cxnLst/>
              <a:rect l="l" t="t" r="r" b="b"/>
              <a:pathLst>
                <a:path w="4393" h="4203" extrusionOk="0">
                  <a:moveTo>
                    <a:pt x="2278" y="1"/>
                  </a:moveTo>
                  <a:cubicBezTo>
                    <a:pt x="2262" y="1"/>
                    <a:pt x="2246" y="1"/>
                    <a:pt x="2230" y="1"/>
                  </a:cubicBezTo>
                  <a:cubicBezTo>
                    <a:pt x="1379" y="17"/>
                    <a:pt x="622" y="545"/>
                    <a:pt x="313" y="1333"/>
                  </a:cubicBezTo>
                  <a:cubicBezTo>
                    <a:pt x="0" y="2127"/>
                    <a:pt x="198" y="3026"/>
                    <a:pt x="815" y="3616"/>
                  </a:cubicBezTo>
                  <a:cubicBezTo>
                    <a:pt x="1212" y="4000"/>
                    <a:pt x="1736" y="4202"/>
                    <a:pt x="2267" y="4202"/>
                  </a:cubicBezTo>
                  <a:cubicBezTo>
                    <a:pt x="2553" y="4202"/>
                    <a:pt x="2841" y="4144"/>
                    <a:pt x="3113" y="4023"/>
                  </a:cubicBezTo>
                  <a:cubicBezTo>
                    <a:pt x="3896" y="3684"/>
                    <a:pt x="4393" y="2906"/>
                    <a:pt x="4372" y="2054"/>
                  </a:cubicBezTo>
                  <a:cubicBezTo>
                    <a:pt x="4346" y="911"/>
                    <a:pt x="3416" y="1"/>
                    <a:pt x="22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Google Shape;1155;p18">
              <a:extLst>
                <a:ext uri="{FF2B5EF4-FFF2-40B4-BE49-F238E27FC236}">
                  <a16:creationId xmlns:a16="http://schemas.microsoft.com/office/drawing/2014/main" id="{B66865BD-BBD4-75E6-E693-EB10C5A5247F}"/>
                </a:ext>
              </a:extLst>
            </p:cNvPr>
            <p:cNvSpPr/>
            <p:nvPr/>
          </p:nvSpPr>
          <p:spPr>
            <a:xfrm>
              <a:off x="503224" y="2153498"/>
              <a:ext cx="3319523" cy="3316323"/>
            </a:xfrm>
            <a:custGeom>
              <a:avLst/>
              <a:gdLst/>
              <a:ahLst/>
              <a:cxnLst/>
              <a:rect l="l" t="t" r="r" b="b"/>
              <a:pathLst>
                <a:path w="103727" h="103627" extrusionOk="0">
                  <a:moveTo>
                    <a:pt x="1797" y="1"/>
                  </a:moveTo>
                  <a:lnTo>
                    <a:pt x="1" y="1667"/>
                  </a:lnTo>
                  <a:lnTo>
                    <a:pt x="80567" y="103626"/>
                  </a:lnTo>
                  <a:lnTo>
                    <a:pt x="103726" y="103438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1156;p18">
              <a:extLst>
                <a:ext uri="{FF2B5EF4-FFF2-40B4-BE49-F238E27FC236}">
                  <a16:creationId xmlns:a16="http://schemas.microsoft.com/office/drawing/2014/main" id="{99D3EC64-95BB-9A62-87E8-C7004B5C7D13}"/>
                </a:ext>
              </a:extLst>
            </p:cNvPr>
            <p:cNvSpPr/>
            <p:nvPr userDrawn="1"/>
          </p:nvSpPr>
          <p:spPr>
            <a:xfrm>
              <a:off x="5217416" y="2133272"/>
              <a:ext cx="3556534" cy="3339397"/>
            </a:xfrm>
            <a:custGeom>
              <a:avLst/>
              <a:gdLst/>
              <a:ahLst/>
              <a:cxnLst/>
              <a:rect l="l" t="t" r="r" b="b"/>
              <a:pathLst>
                <a:path w="111133" h="104348" extrusionOk="0">
                  <a:moveTo>
                    <a:pt x="109330" y="1"/>
                  </a:moveTo>
                  <a:lnTo>
                    <a:pt x="111132" y="1661"/>
                  </a:lnTo>
                  <a:lnTo>
                    <a:pt x="23160" y="104347"/>
                  </a:lnTo>
                  <a:lnTo>
                    <a:pt x="1" y="104159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157;p18">
              <a:extLst>
                <a:ext uri="{FF2B5EF4-FFF2-40B4-BE49-F238E27FC236}">
                  <a16:creationId xmlns:a16="http://schemas.microsoft.com/office/drawing/2014/main" id="{44F819A3-B4A0-D41E-8527-3C8EE076400A}"/>
                </a:ext>
              </a:extLst>
            </p:cNvPr>
            <p:cNvSpPr/>
            <p:nvPr userDrawn="1"/>
          </p:nvSpPr>
          <p:spPr>
            <a:xfrm>
              <a:off x="4399208" y="2473427"/>
              <a:ext cx="3271040" cy="2498627"/>
            </a:xfrm>
            <a:custGeom>
              <a:avLst/>
              <a:gdLst/>
              <a:ahLst/>
              <a:cxnLst/>
              <a:rect l="l" t="t" r="r" b="b"/>
              <a:pathLst>
                <a:path w="102212" h="78076" extrusionOk="0">
                  <a:moveTo>
                    <a:pt x="100853" y="0"/>
                  </a:moveTo>
                  <a:lnTo>
                    <a:pt x="102211" y="1249"/>
                  </a:lnTo>
                  <a:lnTo>
                    <a:pt x="17451" y="78075"/>
                  </a:lnTo>
                  <a:lnTo>
                    <a:pt x="0" y="77934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1158;p18">
              <a:extLst>
                <a:ext uri="{FF2B5EF4-FFF2-40B4-BE49-F238E27FC236}">
                  <a16:creationId xmlns:a16="http://schemas.microsoft.com/office/drawing/2014/main" id="{DE2ED1BF-E075-4E14-F346-70EC0CB6CFE0}"/>
                </a:ext>
              </a:extLst>
            </p:cNvPr>
            <p:cNvSpPr/>
            <p:nvPr userDrawn="1"/>
          </p:nvSpPr>
          <p:spPr>
            <a:xfrm>
              <a:off x="1476079" y="2548457"/>
              <a:ext cx="3271040" cy="2498627"/>
            </a:xfrm>
            <a:custGeom>
              <a:avLst/>
              <a:gdLst/>
              <a:ahLst/>
              <a:cxnLst/>
              <a:rect l="l" t="t" r="r" b="b"/>
              <a:pathLst>
                <a:path w="102212" h="78076" extrusionOk="0">
                  <a:moveTo>
                    <a:pt x="1359" y="0"/>
                  </a:moveTo>
                  <a:lnTo>
                    <a:pt x="1" y="1249"/>
                  </a:lnTo>
                  <a:lnTo>
                    <a:pt x="84761" y="78075"/>
                  </a:lnTo>
                  <a:lnTo>
                    <a:pt x="102211" y="77934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" name="Google Shape;1159;p18">
              <a:extLst>
                <a:ext uri="{FF2B5EF4-FFF2-40B4-BE49-F238E27FC236}">
                  <a16:creationId xmlns:a16="http://schemas.microsoft.com/office/drawing/2014/main" id="{FB11A07B-306B-689C-0398-CB60A2C88B79}"/>
                </a:ext>
              </a:extLst>
            </p:cNvPr>
            <p:cNvSpPr/>
            <p:nvPr userDrawn="1"/>
          </p:nvSpPr>
          <p:spPr>
            <a:xfrm>
              <a:off x="1099142" y="2354762"/>
              <a:ext cx="2501955" cy="2314581"/>
            </a:xfrm>
            <a:custGeom>
              <a:avLst/>
              <a:gdLst/>
              <a:ahLst/>
              <a:cxnLst/>
              <a:rect l="l" t="t" r="r" b="b"/>
              <a:pathLst>
                <a:path w="78180" h="72325" extrusionOk="0">
                  <a:moveTo>
                    <a:pt x="1358" y="0"/>
                  </a:moveTo>
                  <a:lnTo>
                    <a:pt x="0" y="1259"/>
                  </a:lnTo>
                  <a:lnTo>
                    <a:pt x="60729" y="72324"/>
                  </a:lnTo>
                  <a:lnTo>
                    <a:pt x="78179" y="72178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1160;p18">
              <a:extLst>
                <a:ext uri="{FF2B5EF4-FFF2-40B4-BE49-F238E27FC236}">
                  <a16:creationId xmlns:a16="http://schemas.microsoft.com/office/drawing/2014/main" id="{197CA76F-F348-D412-137C-6B4888376A45}"/>
                </a:ext>
              </a:extLst>
            </p:cNvPr>
            <p:cNvSpPr/>
            <p:nvPr userDrawn="1"/>
          </p:nvSpPr>
          <p:spPr>
            <a:xfrm>
              <a:off x="5500894" y="2380812"/>
              <a:ext cx="2672977" cy="2274130"/>
            </a:xfrm>
            <a:custGeom>
              <a:avLst/>
              <a:gdLst/>
              <a:ahLst/>
              <a:cxnLst/>
              <a:rect l="l" t="t" r="r" b="b"/>
              <a:pathLst>
                <a:path w="83524" h="71061" extrusionOk="0">
                  <a:moveTo>
                    <a:pt x="82244" y="1"/>
                  </a:moveTo>
                  <a:lnTo>
                    <a:pt x="83523" y="1333"/>
                  </a:lnTo>
                  <a:lnTo>
                    <a:pt x="17644" y="70956"/>
                  </a:lnTo>
                  <a:lnTo>
                    <a:pt x="1" y="71061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5" name="Rectangle : coins arrondis 9">
            <a:extLst>
              <a:ext uri="{FF2B5EF4-FFF2-40B4-BE49-F238E27FC236}">
                <a16:creationId xmlns:a16="http://schemas.microsoft.com/office/drawing/2014/main" id="{51EF2796-2CD6-0694-1A49-D3EABE80AFE1}"/>
              </a:ext>
            </a:extLst>
          </p:cNvPr>
          <p:cNvSpPr/>
          <p:nvPr/>
        </p:nvSpPr>
        <p:spPr>
          <a:xfrm>
            <a:off x="5165578" y="1502244"/>
            <a:ext cx="56953" cy="1872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chivo" panose="020B0503020202020B04" pitchFamily="34" charset="77"/>
            </a:endParaRPr>
          </a:p>
        </p:txBody>
      </p:sp>
      <p:sp>
        <p:nvSpPr>
          <p:cNvPr id="126" name="Google Shape;1059;p68">
            <a:extLst>
              <a:ext uri="{FF2B5EF4-FFF2-40B4-BE49-F238E27FC236}">
                <a16:creationId xmlns:a16="http://schemas.microsoft.com/office/drawing/2014/main" id="{3A4AE16B-6F25-39B6-26C6-AC9C94D56516}"/>
              </a:ext>
            </a:extLst>
          </p:cNvPr>
          <p:cNvSpPr txBox="1">
            <a:spLocks/>
          </p:cNvSpPr>
          <p:nvPr/>
        </p:nvSpPr>
        <p:spPr>
          <a:xfrm>
            <a:off x="5980970" y="1473494"/>
            <a:ext cx="3852000" cy="420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sales@pss-data.com</a:t>
            </a:r>
            <a:endParaRPr lang="en-GB" sz="1800" dirty="0">
              <a:solidFill>
                <a:schemeClr val="tx2"/>
              </a:solidFill>
            </a:endParaRPr>
          </a:p>
        </p:txBody>
      </p:sp>
      <p:sp>
        <p:nvSpPr>
          <p:cNvPr id="127" name="Google Shape;9377;p81">
            <a:extLst>
              <a:ext uri="{FF2B5EF4-FFF2-40B4-BE49-F238E27FC236}">
                <a16:creationId xmlns:a16="http://schemas.microsoft.com/office/drawing/2014/main" id="{D9004AAB-086C-D819-E3DC-F1C2B16DC2E0}"/>
              </a:ext>
            </a:extLst>
          </p:cNvPr>
          <p:cNvSpPr/>
          <p:nvPr/>
        </p:nvSpPr>
        <p:spPr>
          <a:xfrm>
            <a:off x="5515341" y="1573896"/>
            <a:ext cx="340168" cy="219257"/>
          </a:xfrm>
          <a:custGeom>
            <a:avLst/>
            <a:gdLst/>
            <a:ahLst/>
            <a:cxnLst/>
            <a:rect l="l" t="t" r="r" b="b"/>
            <a:pathLst>
              <a:path w="19325" h="12456" extrusionOk="0">
                <a:moveTo>
                  <a:pt x="17057" y="1133"/>
                </a:moveTo>
                <a:lnTo>
                  <a:pt x="9662" y="6652"/>
                </a:lnTo>
                <a:lnTo>
                  <a:pt x="2268" y="1133"/>
                </a:lnTo>
                <a:close/>
                <a:moveTo>
                  <a:pt x="18192" y="1697"/>
                </a:moveTo>
                <a:lnTo>
                  <a:pt x="18192" y="10756"/>
                </a:lnTo>
                <a:cubicBezTo>
                  <a:pt x="18192" y="11070"/>
                  <a:pt x="17939" y="11323"/>
                  <a:pt x="17628" y="11323"/>
                </a:cubicBezTo>
                <a:lnTo>
                  <a:pt x="1700" y="11323"/>
                </a:lnTo>
                <a:cubicBezTo>
                  <a:pt x="1386" y="11323"/>
                  <a:pt x="1132" y="11070"/>
                  <a:pt x="1132" y="10756"/>
                </a:cubicBezTo>
                <a:lnTo>
                  <a:pt x="1132" y="1697"/>
                </a:lnTo>
                <a:lnTo>
                  <a:pt x="9324" y="7812"/>
                </a:lnTo>
                <a:cubicBezTo>
                  <a:pt x="9424" y="7887"/>
                  <a:pt x="9543" y="7925"/>
                  <a:pt x="9663" y="7925"/>
                </a:cubicBezTo>
                <a:cubicBezTo>
                  <a:pt x="9782" y="7925"/>
                  <a:pt x="9902" y="7887"/>
                  <a:pt x="10004" y="7812"/>
                </a:cubicBezTo>
                <a:lnTo>
                  <a:pt x="18192" y="1697"/>
                </a:lnTo>
                <a:close/>
                <a:moveTo>
                  <a:pt x="1688" y="0"/>
                </a:moveTo>
                <a:cubicBezTo>
                  <a:pt x="1287" y="0"/>
                  <a:pt x="900" y="145"/>
                  <a:pt x="598" y="405"/>
                </a:cubicBezTo>
                <a:cubicBezTo>
                  <a:pt x="583" y="417"/>
                  <a:pt x="571" y="429"/>
                  <a:pt x="556" y="444"/>
                </a:cubicBezTo>
                <a:cubicBezTo>
                  <a:pt x="202" y="764"/>
                  <a:pt x="0" y="1220"/>
                  <a:pt x="0" y="1697"/>
                </a:cubicBezTo>
                <a:lnTo>
                  <a:pt x="0" y="10756"/>
                </a:lnTo>
                <a:cubicBezTo>
                  <a:pt x="0" y="11695"/>
                  <a:pt x="761" y="12453"/>
                  <a:pt x="1700" y="12456"/>
                </a:cubicBezTo>
                <a:lnTo>
                  <a:pt x="17628" y="12456"/>
                </a:lnTo>
                <a:cubicBezTo>
                  <a:pt x="18564" y="12453"/>
                  <a:pt x="19325" y="11695"/>
                  <a:pt x="19325" y="10756"/>
                </a:cubicBezTo>
                <a:lnTo>
                  <a:pt x="19325" y="1697"/>
                </a:lnTo>
                <a:cubicBezTo>
                  <a:pt x="19325" y="1220"/>
                  <a:pt x="19122" y="764"/>
                  <a:pt x="18769" y="441"/>
                </a:cubicBezTo>
                <a:cubicBezTo>
                  <a:pt x="18757" y="429"/>
                  <a:pt x="18742" y="417"/>
                  <a:pt x="18727" y="405"/>
                </a:cubicBezTo>
                <a:cubicBezTo>
                  <a:pt x="18422" y="145"/>
                  <a:pt x="18037" y="0"/>
                  <a:pt x="17640" y="0"/>
                </a:cubicBezTo>
                <a:cubicBezTo>
                  <a:pt x="17636" y="0"/>
                  <a:pt x="17632" y="0"/>
                  <a:pt x="17628" y="1"/>
                </a:cubicBezTo>
                <a:lnTo>
                  <a:pt x="1700" y="1"/>
                </a:lnTo>
                <a:cubicBezTo>
                  <a:pt x="1696" y="0"/>
                  <a:pt x="1692" y="0"/>
                  <a:pt x="168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28" name="Google Shape;1059;p68">
            <a:extLst>
              <a:ext uri="{FF2B5EF4-FFF2-40B4-BE49-F238E27FC236}">
                <a16:creationId xmlns:a16="http://schemas.microsoft.com/office/drawing/2014/main" id="{6AFEB074-8E80-EE81-EAB5-AF98F304C870}"/>
              </a:ext>
            </a:extLst>
          </p:cNvPr>
          <p:cNvSpPr txBox="1">
            <a:spLocks/>
          </p:cNvSpPr>
          <p:nvPr/>
        </p:nvSpPr>
        <p:spPr>
          <a:xfrm>
            <a:off x="5980970" y="1946454"/>
            <a:ext cx="3852000" cy="365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solidFill>
                  <a:schemeClr val="tx2"/>
                </a:solidFill>
              </a:rPr>
              <a:t>+20 1221626604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sp>
        <p:nvSpPr>
          <p:cNvPr id="129" name="Google Shape;1059;p68">
            <a:extLst>
              <a:ext uri="{FF2B5EF4-FFF2-40B4-BE49-F238E27FC236}">
                <a16:creationId xmlns:a16="http://schemas.microsoft.com/office/drawing/2014/main" id="{D1845753-27C3-4BDD-5769-39FEAE0C04F5}"/>
              </a:ext>
            </a:extLst>
          </p:cNvPr>
          <p:cNvSpPr txBox="1">
            <a:spLocks/>
          </p:cNvSpPr>
          <p:nvPr/>
        </p:nvSpPr>
        <p:spPr>
          <a:xfrm>
            <a:off x="5980970" y="2438244"/>
            <a:ext cx="3852000" cy="365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solidFill>
                  <a:schemeClr val="tx2"/>
                </a:solidFill>
              </a:rPr>
              <a:t>pss-data.com</a:t>
            </a:r>
            <a:endParaRPr lang="en-GB" sz="1800" dirty="0">
              <a:solidFill>
                <a:schemeClr val="tx2"/>
              </a:solidFill>
            </a:endParaRPr>
          </a:p>
        </p:txBody>
      </p:sp>
      <p:sp>
        <p:nvSpPr>
          <p:cNvPr id="130" name="Google Shape;9378;p81">
            <a:extLst>
              <a:ext uri="{FF2B5EF4-FFF2-40B4-BE49-F238E27FC236}">
                <a16:creationId xmlns:a16="http://schemas.microsoft.com/office/drawing/2014/main" id="{EFCE3F31-5F76-CD41-AC61-E89405055C37}"/>
              </a:ext>
            </a:extLst>
          </p:cNvPr>
          <p:cNvSpPr/>
          <p:nvPr/>
        </p:nvSpPr>
        <p:spPr>
          <a:xfrm>
            <a:off x="5515341" y="1970607"/>
            <a:ext cx="353617" cy="340133"/>
          </a:xfrm>
          <a:custGeom>
            <a:avLst/>
            <a:gdLst/>
            <a:ahLst/>
            <a:cxnLst/>
            <a:rect l="l" t="t" r="r" b="b"/>
            <a:pathLst>
              <a:path w="20089" h="19323" extrusionOk="0">
                <a:moveTo>
                  <a:pt x="4477" y="1134"/>
                </a:moveTo>
                <a:cubicBezTo>
                  <a:pt x="4624" y="1134"/>
                  <a:pt x="4765" y="1194"/>
                  <a:pt x="4868" y="1300"/>
                </a:cubicBezTo>
                <a:lnTo>
                  <a:pt x="7268" y="3694"/>
                </a:lnTo>
                <a:cubicBezTo>
                  <a:pt x="7489" y="3915"/>
                  <a:pt x="7489" y="4271"/>
                  <a:pt x="7268" y="4494"/>
                </a:cubicBezTo>
                <a:lnTo>
                  <a:pt x="6870" y="4893"/>
                </a:lnTo>
                <a:lnTo>
                  <a:pt x="3669" y="1692"/>
                </a:lnTo>
                <a:lnTo>
                  <a:pt x="4068" y="1300"/>
                </a:lnTo>
                <a:cubicBezTo>
                  <a:pt x="4173" y="1191"/>
                  <a:pt x="4315" y="1134"/>
                  <a:pt x="4466" y="1134"/>
                </a:cubicBezTo>
                <a:cubicBezTo>
                  <a:pt x="4470" y="1134"/>
                  <a:pt x="4473" y="1134"/>
                  <a:pt x="4477" y="1134"/>
                </a:cubicBezTo>
                <a:close/>
                <a:moveTo>
                  <a:pt x="15822" y="12484"/>
                </a:moveTo>
                <a:cubicBezTo>
                  <a:pt x="15973" y="12484"/>
                  <a:pt x="16118" y="12544"/>
                  <a:pt x="16224" y="12650"/>
                </a:cubicBezTo>
                <a:lnTo>
                  <a:pt x="18624" y="15053"/>
                </a:lnTo>
                <a:cubicBezTo>
                  <a:pt x="18845" y="15274"/>
                  <a:pt x="18845" y="15633"/>
                  <a:pt x="18624" y="15854"/>
                </a:cubicBezTo>
                <a:lnTo>
                  <a:pt x="18226" y="16255"/>
                </a:lnTo>
                <a:lnTo>
                  <a:pt x="15022" y="13051"/>
                </a:lnTo>
                <a:lnTo>
                  <a:pt x="15421" y="12650"/>
                </a:lnTo>
                <a:cubicBezTo>
                  <a:pt x="15526" y="12544"/>
                  <a:pt x="15671" y="12484"/>
                  <a:pt x="15822" y="12484"/>
                </a:cubicBezTo>
                <a:close/>
                <a:moveTo>
                  <a:pt x="2881" y="2508"/>
                </a:moveTo>
                <a:lnTo>
                  <a:pt x="6073" y="5699"/>
                </a:lnTo>
                <a:cubicBezTo>
                  <a:pt x="5227" y="6656"/>
                  <a:pt x="5275" y="8103"/>
                  <a:pt x="6175" y="9005"/>
                </a:cubicBezTo>
                <a:lnTo>
                  <a:pt x="10910" y="13743"/>
                </a:lnTo>
                <a:cubicBezTo>
                  <a:pt x="11379" y="14214"/>
                  <a:pt x="11998" y="14451"/>
                  <a:pt x="12618" y="14451"/>
                </a:cubicBezTo>
                <a:cubicBezTo>
                  <a:pt x="13188" y="14451"/>
                  <a:pt x="13758" y="14252"/>
                  <a:pt x="14216" y="13849"/>
                </a:cubicBezTo>
                <a:lnTo>
                  <a:pt x="17408" y="17040"/>
                </a:lnTo>
                <a:cubicBezTo>
                  <a:pt x="16480" y="17810"/>
                  <a:pt x="15350" y="18190"/>
                  <a:pt x="14222" y="18190"/>
                </a:cubicBezTo>
                <a:cubicBezTo>
                  <a:pt x="12939" y="18190"/>
                  <a:pt x="11660" y="17697"/>
                  <a:pt x="10689" y="16726"/>
                </a:cubicBezTo>
                <a:lnTo>
                  <a:pt x="10692" y="16726"/>
                </a:lnTo>
                <a:lnTo>
                  <a:pt x="3192" y="9226"/>
                </a:lnTo>
                <a:cubicBezTo>
                  <a:pt x="1371" y="7402"/>
                  <a:pt x="1235" y="4491"/>
                  <a:pt x="2881" y="2508"/>
                </a:cubicBezTo>
                <a:close/>
                <a:moveTo>
                  <a:pt x="4468" y="1"/>
                </a:moveTo>
                <a:cubicBezTo>
                  <a:pt x="4034" y="1"/>
                  <a:pt x="3600" y="166"/>
                  <a:pt x="3267" y="497"/>
                </a:cubicBezTo>
                <a:lnTo>
                  <a:pt x="2473" y="1285"/>
                </a:lnTo>
                <a:lnTo>
                  <a:pt x="2464" y="1294"/>
                </a:lnTo>
                <a:lnTo>
                  <a:pt x="2458" y="1300"/>
                </a:lnTo>
                <a:lnTo>
                  <a:pt x="2392" y="1366"/>
                </a:lnTo>
                <a:cubicBezTo>
                  <a:pt x="0" y="3758"/>
                  <a:pt x="0" y="7635"/>
                  <a:pt x="2392" y="10026"/>
                </a:cubicBezTo>
                <a:lnTo>
                  <a:pt x="9889" y="17529"/>
                </a:lnTo>
                <a:cubicBezTo>
                  <a:pt x="11086" y="18725"/>
                  <a:pt x="12654" y="19323"/>
                  <a:pt x="14222" y="19323"/>
                </a:cubicBezTo>
                <a:cubicBezTo>
                  <a:pt x="15789" y="19323"/>
                  <a:pt x="17356" y="18725"/>
                  <a:pt x="18552" y="17529"/>
                </a:cubicBezTo>
                <a:lnTo>
                  <a:pt x="18624" y="17457"/>
                </a:lnTo>
                <a:lnTo>
                  <a:pt x="19425" y="16657"/>
                </a:lnTo>
                <a:cubicBezTo>
                  <a:pt x="20089" y="15992"/>
                  <a:pt x="20089" y="14917"/>
                  <a:pt x="19425" y="14253"/>
                </a:cubicBezTo>
                <a:lnTo>
                  <a:pt x="17024" y="11850"/>
                </a:lnTo>
                <a:cubicBezTo>
                  <a:pt x="16692" y="11518"/>
                  <a:pt x="16257" y="11352"/>
                  <a:pt x="15822" y="11352"/>
                </a:cubicBezTo>
                <a:cubicBezTo>
                  <a:pt x="15388" y="11352"/>
                  <a:pt x="14953" y="11518"/>
                  <a:pt x="14621" y="11850"/>
                </a:cubicBezTo>
                <a:lnTo>
                  <a:pt x="13820" y="12650"/>
                </a:lnTo>
                <a:lnTo>
                  <a:pt x="13531" y="12943"/>
                </a:lnTo>
                <a:cubicBezTo>
                  <a:pt x="13278" y="13193"/>
                  <a:pt x="12949" y="13319"/>
                  <a:pt x="12620" y="13319"/>
                </a:cubicBezTo>
                <a:cubicBezTo>
                  <a:pt x="12291" y="13319"/>
                  <a:pt x="11962" y="13193"/>
                  <a:pt x="11710" y="12943"/>
                </a:cubicBezTo>
                <a:lnTo>
                  <a:pt x="6978" y="8205"/>
                </a:lnTo>
                <a:cubicBezTo>
                  <a:pt x="6474" y="7704"/>
                  <a:pt x="6474" y="6889"/>
                  <a:pt x="6978" y="6385"/>
                </a:cubicBezTo>
                <a:lnTo>
                  <a:pt x="7268" y="6095"/>
                </a:lnTo>
                <a:lnTo>
                  <a:pt x="8068" y="5294"/>
                </a:lnTo>
                <a:cubicBezTo>
                  <a:pt x="8733" y="4630"/>
                  <a:pt x="8733" y="3555"/>
                  <a:pt x="8068" y="2891"/>
                </a:cubicBezTo>
                <a:lnTo>
                  <a:pt x="5668" y="497"/>
                </a:lnTo>
                <a:cubicBezTo>
                  <a:pt x="5336" y="166"/>
                  <a:pt x="4902" y="1"/>
                  <a:pt x="446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31" name="Google Shape;11243;p87">
            <a:extLst>
              <a:ext uri="{FF2B5EF4-FFF2-40B4-BE49-F238E27FC236}">
                <a16:creationId xmlns:a16="http://schemas.microsoft.com/office/drawing/2014/main" id="{4F4FAAB9-0713-B49F-E27C-D96F1A3C20B0}"/>
              </a:ext>
            </a:extLst>
          </p:cNvPr>
          <p:cNvSpPr/>
          <p:nvPr/>
        </p:nvSpPr>
        <p:spPr>
          <a:xfrm>
            <a:off x="5515341" y="2409849"/>
            <a:ext cx="426499" cy="421914"/>
          </a:xfrm>
          <a:custGeom>
            <a:avLst/>
            <a:gdLst/>
            <a:ahLst/>
            <a:cxnLst/>
            <a:rect l="l" t="t" r="r" b="b"/>
            <a:pathLst>
              <a:path w="11816" h="11689" extrusionOk="0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1468;p87">
            <a:extLst>
              <a:ext uri="{FF2B5EF4-FFF2-40B4-BE49-F238E27FC236}">
                <a16:creationId xmlns:a16="http://schemas.microsoft.com/office/drawing/2014/main" id="{97F29533-7A37-CD5B-C03C-C156A8C9C8DA}"/>
              </a:ext>
            </a:extLst>
          </p:cNvPr>
          <p:cNvGrpSpPr/>
          <p:nvPr/>
        </p:nvGrpSpPr>
        <p:grpSpPr>
          <a:xfrm>
            <a:off x="5515341" y="2907483"/>
            <a:ext cx="407391" cy="407391"/>
            <a:chOff x="1323129" y="2571761"/>
            <a:chExt cx="417024" cy="417024"/>
          </a:xfrm>
          <a:solidFill>
            <a:schemeClr val="tx2"/>
          </a:solidFill>
        </p:grpSpPr>
        <p:sp>
          <p:nvSpPr>
            <p:cNvPr id="133" name="Google Shape;11469;p87">
              <a:extLst>
                <a:ext uri="{FF2B5EF4-FFF2-40B4-BE49-F238E27FC236}">
                  <a16:creationId xmlns:a16="http://schemas.microsoft.com/office/drawing/2014/main" id="{A788943C-D3ED-2CB0-F785-EE1821C0124E}"/>
                </a:ext>
              </a:extLst>
            </p:cNvPr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1470;p87">
              <a:extLst>
                <a:ext uri="{FF2B5EF4-FFF2-40B4-BE49-F238E27FC236}">
                  <a16:creationId xmlns:a16="http://schemas.microsoft.com/office/drawing/2014/main" id="{504F6A98-8CD9-E3A2-3A11-15CF22F0138D}"/>
                </a:ext>
              </a:extLst>
            </p:cNvPr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1471;p87">
              <a:extLst>
                <a:ext uri="{FF2B5EF4-FFF2-40B4-BE49-F238E27FC236}">
                  <a16:creationId xmlns:a16="http://schemas.microsoft.com/office/drawing/2014/main" id="{0E28566F-577A-FF80-2407-7E186F8C8F99}"/>
                </a:ext>
              </a:extLst>
            </p:cNvPr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1472;p87">
              <a:extLst>
                <a:ext uri="{FF2B5EF4-FFF2-40B4-BE49-F238E27FC236}">
                  <a16:creationId xmlns:a16="http://schemas.microsoft.com/office/drawing/2014/main" id="{B26DF2E4-9768-7289-B427-D8BBB71C5073}"/>
                </a:ext>
              </a:extLst>
            </p:cNvPr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059;p68">
            <a:extLst>
              <a:ext uri="{FF2B5EF4-FFF2-40B4-BE49-F238E27FC236}">
                <a16:creationId xmlns:a16="http://schemas.microsoft.com/office/drawing/2014/main" id="{6F1F2082-9576-3601-3F90-53C57031C242}"/>
              </a:ext>
            </a:extLst>
          </p:cNvPr>
          <p:cNvSpPr txBox="1">
            <a:spLocks/>
          </p:cNvSpPr>
          <p:nvPr/>
        </p:nvSpPr>
        <p:spPr>
          <a:xfrm>
            <a:off x="5980970" y="2907483"/>
            <a:ext cx="4054548" cy="365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chivo" panose="020B0503020202020B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solidFill>
                  <a:schemeClr val="tx2"/>
                </a:solidFill>
              </a:rPr>
              <a:t>/company/premium-sports-solutions/</a:t>
            </a:r>
          </a:p>
        </p:txBody>
      </p:sp>
      <p:pic>
        <p:nvPicPr>
          <p:cNvPr id="138" name="Picture 137" descr="A web with blue text&#10;&#10;AI-generated content may be incorrect.">
            <a:extLst>
              <a:ext uri="{FF2B5EF4-FFF2-40B4-BE49-F238E27FC236}">
                <a16:creationId xmlns:a16="http://schemas.microsoft.com/office/drawing/2014/main" id="{FAA05628-D3C4-7AE6-FC23-B94E5F3FD8B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0" y="1475004"/>
            <a:ext cx="3717333" cy="176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22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SS - New Brand">
      <a:dk1>
        <a:srgbClr val="1F2E3C"/>
      </a:dk1>
      <a:lt1>
        <a:srgbClr val="FFFFFF"/>
      </a:lt1>
      <a:dk2>
        <a:srgbClr val="003C71"/>
      </a:dk2>
      <a:lt2>
        <a:srgbClr val="ECECEC"/>
      </a:lt2>
      <a:accent1>
        <a:srgbClr val="003C71"/>
      </a:accent1>
      <a:accent2>
        <a:srgbClr val="FFD000"/>
      </a:accent2>
      <a:accent3>
        <a:srgbClr val="2E7D6D"/>
      </a:accent3>
      <a:accent4>
        <a:srgbClr val="0B6623"/>
      </a:accent4>
      <a:accent5>
        <a:srgbClr val="1F2E3C"/>
      </a:accent5>
      <a:accent6>
        <a:srgbClr val="ECECEC"/>
      </a:accent6>
      <a:hlink>
        <a:srgbClr val="003C71"/>
      </a:hlink>
      <a:folHlink>
        <a:srgbClr val="2E7D6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29313</TotalTime>
  <Words>394</Words>
  <Application>Microsoft Macintosh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Archivo</vt:lpstr>
      <vt:lpstr>Arial</vt:lpstr>
      <vt:lpstr>Office Theme</vt:lpstr>
      <vt:lpstr>Brand Manual</vt:lpstr>
      <vt:lpstr>Colors</vt:lpstr>
      <vt:lpstr>Primary Color</vt:lpstr>
      <vt:lpstr>Neutral Colors</vt:lpstr>
      <vt:lpstr>Accent Colors</vt:lpstr>
      <vt:lpstr>Fonts and Typography</vt:lpstr>
      <vt:lpstr>Fonts and Typography</vt:lpstr>
      <vt:lpstr>Logo Usage  and Positioning</vt:lpstr>
      <vt:lpstr>Logo</vt:lpstr>
      <vt:lpstr>Logo with motto for cover pages</vt:lpstr>
      <vt:lpstr>Logo Positioning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nadagabr</dc:creator>
  <cp:lastModifiedBy>nadagabr</cp:lastModifiedBy>
  <cp:revision>93</cp:revision>
  <dcterms:created xsi:type="dcterms:W3CDTF">2025-06-21T16:49:07Z</dcterms:created>
  <dcterms:modified xsi:type="dcterms:W3CDTF">2025-08-04T17:10:25Z</dcterms:modified>
</cp:coreProperties>
</file>